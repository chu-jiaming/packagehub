
<file path=[Content_Types].xml><?xml version="1.0" encoding="utf-8"?>
<Types xmlns="http://schemas.openxmlformats.org/package/2006/content-types"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6249650" cy="12192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8936"/>
    <p:restoredTop sz="94678"/>
  </p:normalViewPr>
  <p:slideViewPr>
    <p:cSldViewPr snapToGrid="0">
      <p:cViewPr>
        <p:scale>
          <a:sx n="100" d="100"/>
          <a:sy n="100" d="100"/>
        </p:scale>
        <p:origin x="-2150" y="-1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参考来源：用户提供的图片“微信图片_20260904235334_25046_300.jpg”。</a:t>
            </a:r>
          </a:p>
          <a:p>
            <a:r>
              <a:t>本页按原图位置和配色重建，区域、货架格位、快递柜、文字、签收处和品牌文字均为原生可编辑对象。品牌标识为可编辑的文字与形状近似重建。</a:t>
            </a:r>
          </a:p>
          <a:p>
            <a:r>
              <a:t>原图的摄影透视、纸张反光、胶带和涂黑痕迹未作为平面图元素重建。顶部的100-1、100-2和100-3按可见手写标注转录。</a:t>
            </a:r>
          </a:p>
          <a:p>
            <a:r>
              <a:t>原图中若干小编号以及大件格位上的文字不清晰或被涂黑，不能确认的格位保持空白。邮政标签中的前缀被涂黑，保留“邮政开头”文字，待用户确认后补全。</a:t>
            </a:r>
          </a:p>
          <a:p>
            <a:r>
              <a:t>图中“韵达500–600”下方出现申通快递标识，按照原图保留。韵达300–400区右侧下方格位显示重复的330，按可辨原图保留。左内排部分小号、邮政手写小号需结合现场核对。</a:t>
            </a:r>
          </a:p>
          <a:p>
            <a:r>
              <a:t>此文件为图片转绘，位置与尺寸用于示意，不代表实测平面尺寸。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左侧建筑-1">
            <a:extLst>
              <a:ext uri="{FF2B5EF4-FFF2-40B4-BE49-F238E27FC236}">
                <a16:creationId xmlns:a16="http://schemas.microsoft.com/office/drawing/2014/main" id="{EEDA62B3-D910-4D7E-8CEE-E684E441BA31}"/>
              </a:ext>
            </a:extLst>
          </p:cNvPr>
          <p:cNvSpPr>
            <a:spLocks noGrp="1"/>
          </p:cNvSpPr>
          <p:nvPr/>
        </p:nvSpPr>
        <p:spPr>
          <a:xfrm>
            <a:off x="266700" y="2095500"/>
            <a:ext cx="4905375" cy="1238250"/>
          </a:xfrm>
          <a:prstGeom prst="rect">
            <a:avLst/>
          </a:prstGeom>
          <a:solidFill>
            <a:srgbClr val="B7B5D0"/>
          </a:solidFill>
          <a:ln w="0">
            <a:noFill/>
          </a:ln>
        </p:spPr>
      </p:sp>
      <p:sp>
        <p:nvSpPr>
          <p:cNvPr id="2" name="中部建筑-2">
            <a:extLst>
              <a:ext uri="{FF2B5EF4-FFF2-40B4-BE49-F238E27FC236}">
                <a16:creationId xmlns:a16="http://schemas.microsoft.com/office/drawing/2014/main" id="{CC2A3C0F-E367-4D5F-B881-3BB4876BDDCE}"/>
              </a:ext>
            </a:extLst>
          </p:cNvPr>
          <p:cNvSpPr>
            <a:spLocks noGrp="1"/>
          </p:cNvSpPr>
          <p:nvPr/>
        </p:nvSpPr>
        <p:spPr>
          <a:xfrm>
            <a:off x="5648325" y="1876425"/>
            <a:ext cx="2590800" cy="1438275"/>
          </a:xfrm>
          <a:prstGeom prst="rect">
            <a:avLst/>
          </a:prstGeom>
          <a:solidFill>
            <a:srgbClr val="B7B5D0"/>
          </a:solidFill>
          <a:ln w="0">
            <a:noFill/>
          </a:ln>
        </p:spPr>
      </p:sp>
      <p:sp>
        <p:nvSpPr>
          <p:cNvPr id="3" name="右侧建筑-3">
            <a:extLst>
              <a:ext uri="{FF2B5EF4-FFF2-40B4-BE49-F238E27FC236}">
                <a16:creationId xmlns:a16="http://schemas.microsoft.com/office/drawing/2014/main" id="{6877288F-F46E-463A-ADE0-F68427FE5AF6}"/>
              </a:ext>
            </a:extLst>
          </p:cNvPr>
          <p:cNvSpPr>
            <a:spLocks noGrp="1"/>
          </p:cNvSpPr>
          <p:nvPr/>
        </p:nvSpPr>
        <p:spPr>
          <a:xfrm>
            <a:off x="8124825" y="1876425"/>
            <a:ext cx="7696200" cy="4238625"/>
          </a:xfrm>
          <a:prstGeom prst="rect">
            <a:avLst/>
          </a:prstGeom>
          <a:solidFill>
            <a:srgbClr val="B7B5D0"/>
          </a:solidFill>
          <a:ln w="0">
            <a:noFill/>
          </a:ln>
        </p:spPr>
      </p:sp>
      <p:sp>
        <p:nvSpPr>
          <p:cNvPr id="4" name="主通道-4">
            <a:extLst>
              <a:ext uri="{FF2B5EF4-FFF2-40B4-BE49-F238E27FC236}">
                <a16:creationId xmlns:a16="http://schemas.microsoft.com/office/drawing/2014/main" id="{5C8A24F5-F4B5-47C6-BAF2-6D362D3D877D}"/>
              </a:ext>
            </a:extLst>
          </p:cNvPr>
          <p:cNvSpPr>
            <a:spLocks noGrp="1"/>
          </p:cNvSpPr>
          <p:nvPr/>
        </p:nvSpPr>
        <p:spPr>
          <a:xfrm>
            <a:off x="8239125" y="2276475"/>
            <a:ext cx="495300" cy="3962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5" name="西侧大件区-5">
            <a:extLst>
              <a:ext uri="{FF2B5EF4-FFF2-40B4-BE49-F238E27FC236}">
                <a16:creationId xmlns:a16="http://schemas.microsoft.com/office/drawing/2014/main" id="{B5B0E740-AA28-4B58-8659-CCCBC1C5E233}"/>
              </a:ext>
            </a:extLst>
          </p:cNvPr>
          <p:cNvSpPr>
            <a:spLocks noGrp="1"/>
          </p:cNvSpPr>
          <p:nvPr/>
        </p:nvSpPr>
        <p:spPr>
          <a:xfrm>
            <a:off x="266700" y="3333750"/>
            <a:ext cx="1685925" cy="2790825"/>
          </a:xfrm>
          <a:prstGeom prst="rect">
            <a:avLst/>
          </a:prstGeom>
          <a:solidFill>
            <a:srgbClr val="EEEBF2"/>
          </a:solidFill>
          <a:ln w="0">
            <a:noFill/>
          </a:ln>
        </p:spPr>
      </p:sp>
      <p:sp>
        <p:nvSpPr>
          <p:cNvPr id="6" name="圆通邮政区-6">
            <a:extLst>
              <a:ext uri="{FF2B5EF4-FFF2-40B4-BE49-F238E27FC236}">
                <a16:creationId xmlns:a16="http://schemas.microsoft.com/office/drawing/2014/main" id="{E8435BB6-2FA1-4B7F-8E77-A665749BBBA9}"/>
              </a:ext>
            </a:extLst>
          </p:cNvPr>
          <p:cNvSpPr>
            <a:spLocks noGrp="1"/>
          </p:cNvSpPr>
          <p:nvPr/>
        </p:nvSpPr>
        <p:spPr>
          <a:xfrm rot="0">
            <a:off x="1933575" y="3333750"/>
            <a:ext cx="3238500" cy="2790825"/>
          </a:xfrm>
          <a:prstGeom prst="rect">
            <a:avLst/>
          </a:prstGeom>
          <a:solidFill>
            <a:srgbClr val="EEEBF2"/>
          </a:solidFill>
          <a:ln w="11430">
            <a:solidFill>
              <a:srgbClr val="46424A"/>
            </a:solidFill>
          </a:ln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极兔与快递柜区-7">
            <a:extLst>
              <a:ext uri="{FF2B5EF4-FFF2-40B4-BE49-F238E27FC236}">
                <a16:creationId xmlns:a16="http://schemas.microsoft.com/office/drawing/2014/main" id="{53EBDE12-4E5D-458F-AD00-C2CFA866CCF3}"/>
              </a:ext>
            </a:extLst>
          </p:cNvPr>
          <p:cNvSpPr>
            <a:spLocks noGrp="1"/>
          </p:cNvSpPr>
          <p:nvPr/>
        </p:nvSpPr>
        <p:spPr>
          <a:xfrm>
            <a:off x="5648325" y="3314700"/>
            <a:ext cx="2495550" cy="2809875"/>
          </a:xfrm>
          <a:prstGeom prst="rect">
            <a:avLst/>
          </a:prstGeom>
          <a:solidFill>
            <a:srgbClr val="EEEBF2"/>
          </a:solidFill>
          <a:ln w="0">
            <a:noFill/>
          </a:ln>
        </p:spPr>
      </p:sp>
      <p:sp>
        <p:nvSpPr>
          <p:cNvPr id="8" name="中通KTMN区-8">
            <a:extLst>
              <a:ext uri="{FF2B5EF4-FFF2-40B4-BE49-F238E27FC236}">
                <a16:creationId xmlns:a16="http://schemas.microsoft.com/office/drawing/2014/main" id="{62CAAC9A-6B1B-48FE-93CD-DEFFD89ABCA3}"/>
              </a:ext>
            </a:extLst>
          </p:cNvPr>
          <p:cNvSpPr>
            <a:spLocks noGrp="1"/>
          </p:cNvSpPr>
          <p:nvPr/>
        </p:nvSpPr>
        <p:spPr>
          <a:xfrm>
            <a:off x="8734425" y="2276475"/>
            <a:ext cx="3086100" cy="1009650"/>
          </a:xfrm>
          <a:prstGeom prst="rect">
            <a:avLst/>
          </a:prstGeom>
          <a:solidFill>
            <a:srgbClr val="E1E6F5"/>
          </a:solidFill>
          <a:ln w="8573">
            <a:solidFill>
              <a:srgbClr val="46424A"/>
            </a:solidFill>
          </a:ln>
        </p:spPr>
      </p:sp>
      <p:sp>
        <p:nvSpPr>
          <p:cNvPr id="9" name="中通DY与快递柜区-9">
            <a:extLst>
              <a:ext uri="{FF2B5EF4-FFF2-40B4-BE49-F238E27FC236}">
                <a16:creationId xmlns:a16="http://schemas.microsoft.com/office/drawing/2014/main" id="{85874792-5519-4D07-A910-27C903715BC0}"/>
              </a:ext>
            </a:extLst>
          </p:cNvPr>
          <p:cNvSpPr>
            <a:spLocks noGrp="1"/>
          </p:cNvSpPr>
          <p:nvPr/>
        </p:nvSpPr>
        <p:spPr>
          <a:xfrm>
            <a:off x="8734425" y="3286125"/>
            <a:ext cx="2628900" cy="2943225"/>
          </a:xfrm>
          <a:prstGeom prst="rect">
            <a:avLst/>
          </a:prstGeom>
          <a:solidFill>
            <a:srgbClr val="EEEBF2"/>
          </a:solidFill>
          <a:ln w="11430">
            <a:solidFill>
              <a:srgbClr val="46424A"/>
            </a:solidFill>
          </a:ln>
        </p:spPr>
      </p:sp>
      <p:sp>
        <p:nvSpPr>
          <p:cNvPr id="10" name="中通DY货架区-10">
            <a:extLst>
              <a:ext uri="{FF2B5EF4-FFF2-40B4-BE49-F238E27FC236}">
                <a16:creationId xmlns:a16="http://schemas.microsoft.com/office/drawing/2014/main" id="{72C9CB93-8741-45AD-8A52-2A07FAE87AC2}"/>
              </a:ext>
            </a:extLst>
          </p:cNvPr>
          <p:cNvSpPr>
            <a:spLocks noGrp="1"/>
          </p:cNvSpPr>
          <p:nvPr/>
        </p:nvSpPr>
        <p:spPr>
          <a:xfrm>
            <a:off x="8743950" y="3286125"/>
            <a:ext cx="2962275" cy="1371600"/>
          </a:xfrm>
          <a:prstGeom prst="rect">
            <a:avLst/>
          </a:prstGeom>
          <a:solidFill>
            <a:srgbClr val="E1E6F5"/>
          </a:solidFill>
          <a:ln w="0">
            <a:noFill/>
          </a:ln>
        </p:spPr>
      </p:sp>
      <p:sp>
        <p:nvSpPr>
          <p:cNvPr id="11" name="京东顺丰与寄件区-11">
            <a:extLst>
              <a:ext uri="{FF2B5EF4-FFF2-40B4-BE49-F238E27FC236}">
                <a16:creationId xmlns:a16="http://schemas.microsoft.com/office/drawing/2014/main" id="{41DC43E6-A262-406B-83FE-A11B66DD4DBC}"/>
              </a:ext>
            </a:extLst>
          </p:cNvPr>
          <p:cNvSpPr>
            <a:spLocks noGrp="1"/>
          </p:cNvSpPr>
          <p:nvPr/>
        </p:nvSpPr>
        <p:spPr>
          <a:xfrm>
            <a:off x="11715750" y="3286125"/>
            <a:ext cx="3552825" cy="2952750"/>
          </a:xfrm>
          <a:prstGeom prst="rect">
            <a:avLst/>
          </a:prstGeom>
          <a:solidFill>
            <a:srgbClr val="EEEBF2"/>
          </a:solidFill>
          <a:ln w="12383">
            <a:solidFill>
              <a:srgbClr val="46424A"/>
            </a:solidFill>
          </a:ln>
        </p:spPr>
      </p:sp>
      <p:sp>
        <p:nvSpPr>
          <p:cNvPr id="12" name="东侧围墙-12">
            <a:extLst>
              <a:ext uri="{FF2B5EF4-FFF2-40B4-BE49-F238E27FC236}">
                <a16:creationId xmlns:a16="http://schemas.microsoft.com/office/drawing/2014/main" id="{13C452D2-01A2-46F9-A9C1-A6B12D46CD3C}"/>
              </a:ext>
            </a:extLst>
          </p:cNvPr>
          <p:cNvSpPr>
            <a:spLocks noGrp="1"/>
          </p:cNvSpPr>
          <p:nvPr/>
        </p:nvSpPr>
        <p:spPr>
          <a:xfrm>
            <a:off x="15144750" y="6238875"/>
            <a:ext cx="123825" cy="4981575"/>
          </a:xfrm>
          <a:prstGeom prst="rect">
            <a:avLst/>
          </a:prstGeom>
          <a:solidFill>
            <a:srgbClr val="B7B3BC"/>
          </a:solidFill>
          <a:ln w="0">
            <a:noFill/>
          </a:ln>
        </p:spPr>
      </p:sp>
      <p:sp>
        <p:nvSpPr>
          <p:cNvPr id="13" name="边界-13">
            <a:extLst>
              <a:ext uri="{FF2B5EF4-FFF2-40B4-BE49-F238E27FC236}">
                <a16:creationId xmlns:a16="http://schemas.microsoft.com/office/drawing/2014/main" id="{6CCC518E-0AD0-4608-9BFC-ABE5688D2ECD}"/>
              </a:ext>
            </a:extLst>
          </p:cNvPr>
          <p:cNvSpPr>
            <a:spLocks noGrp="1"/>
          </p:cNvSpPr>
          <p:nvPr/>
        </p:nvSpPr>
        <p:spPr>
          <a:xfrm>
            <a:off x="266700" y="3333750"/>
            <a:ext cx="4905375" cy="0"/>
          </a:xfrm>
          <a:prstGeom prst="line">
            <a:avLst/>
          </a:prstGeom>
          <a:noFill/>
          <a:ln w="10001">
            <a:solidFill>
              <a:srgbClr val="46424A"/>
            </a:solidFill>
          </a:ln>
        </p:spPr>
      </p:sp>
      <p:sp>
        <p:nvSpPr>
          <p:cNvPr id="14" name="边界-14">
            <a:extLst>
              <a:ext uri="{FF2B5EF4-FFF2-40B4-BE49-F238E27FC236}">
                <a16:creationId xmlns:a16="http://schemas.microsoft.com/office/drawing/2014/main" id="{98D8CDA2-E885-4555-A92D-5FE44C2940F4}"/>
              </a:ext>
            </a:extLst>
          </p:cNvPr>
          <p:cNvSpPr>
            <a:spLocks noGrp="1"/>
          </p:cNvSpPr>
          <p:nvPr/>
        </p:nvSpPr>
        <p:spPr>
          <a:xfrm>
            <a:off x="5648325" y="3314700"/>
            <a:ext cx="2476500" cy="0"/>
          </a:xfrm>
          <a:prstGeom prst="line">
            <a:avLst/>
          </a:prstGeom>
          <a:noFill/>
          <a:ln w="10001">
            <a:solidFill>
              <a:srgbClr val="46424A"/>
            </a:solidFill>
          </a:ln>
        </p:spPr>
      </p:sp>
      <p:sp>
        <p:nvSpPr>
          <p:cNvPr id="15" name="边界-15">
            <a:extLst>
              <a:ext uri="{FF2B5EF4-FFF2-40B4-BE49-F238E27FC236}">
                <a16:creationId xmlns:a16="http://schemas.microsoft.com/office/drawing/2014/main" id="{AC7D6514-0161-40F1-AF09-C05DD925EB90}"/>
              </a:ext>
            </a:extLst>
          </p:cNvPr>
          <p:cNvSpPr>
            <a:spLocks noGrp="1"/>
          </p:cNvSpPr>
          <p:nvPr/>
        </p:nvSpPr>
        <p:spPr>
          <a:xfrm>
            <a:off x="11363325" y="3286125"/>
            <a:ext cx="3905250" cy="0"/>
          </a:xfrm>
          <a:prstGeom prst="line">
            <a:avLst/>
          </a:prstGeom>
          <a:noFill/>
          <a:ln w="10001">
            <a:solidFill>
              <a:srgbClr val="46424A"/>
            </a:solidFill>
          </a:ln>
        </p:spPr>
      </p:sp>
      <p:sp>
        <p:nvSpPr>
          <p:cNvPr id="16" name="100-1-16">
            <a:extLst>
              <a:ext uri="{FF2B5EF4-FFF2-40B4-BE49-F238E27FC236}">
                <a16:creationId xmlns:a16="http://schemas.microsoft.com/office/drawing/2014/main" id="{772BFF67-5691-4E1B-9D12-700846EC89A5}"/>
              </a:ext>
            </a:extLst>
          </p:cNvPr>
          <p:cNvSpPr>
            <a:spLocks noGrp="1"/>
          </p:cNvSpPr>
          <p:nvPr/>
        </p:nvSpPr>
        <p:spPr>
          <a:xfrm>
            <a:off x="266700" y="1885950"/>
            <a:ext cx="1057275" cy="219075"/>
          </a:xfrm>
          <a:prstGeom prst="rect">
            <a:avLst/>
          </a:prstGeom>
          <a:solidFill>
            <a:srgbClr val="FFB5A5"/>
          </a:solidFill>
          <a:ln w="7620">
            <a:solidFill>
              <a:srgbClr val="837274"/>
            </a:solidFill>
          </a:ln>
        </p:spPr>
      </p:sp>
      <p:sp>
        <p:nvSpPr>
          <p:cNvPr id="17" name="100-2-17">
            <a:extLst>
              <a:ext uri="{FF2B5EF4-FFF2-40B4-BE49-F238E27FC236}">
                <a16:creationId xmlns:a16="http://schemas.microsoft.com/office/drawing/2014/main" id="{5985645D-28B5-45F7-AF24-A8CA358726A6}"/>
              </a:ext>
            </a:extLst>
          </p:cNvPr>
          <p:cNvSpPr>
            <a:spLocks noGrp="1"/>
          </p:cNvSpPr>
          <p:nvPr/>
        </p:nvSpPr>
        <p:spPr>
          <a:xfrm>
            <a:off x="1362075" y="1885950"/>
            <a:ext cx="1171575" cy="219075"/>
          </a:xfrm>
          <a:prstGeom prst="rect">
            <a:avLst/>
          </a:prstGeom>
          <a:solidFill>
            <a:srgbClr val="FFB5A5"/>
          </a:solidFill>
          <a:ln w="7620">
            <a:solidFill>
              <a:srgbClr val="837274"/>
            </a:solidFill>
          </a:ln>
        </p:spPr>
      </p:sp>
      <p:sp>
        <p:nvSpPr>
          <p:cNvPr id="18" name="100-1-18">
            <a:extLst>
              <a:ext uri="{FF2B5EF4-FFF2-40B4-BE49-F238E27FC236}">
                <a16:creationId xmlns:a16="http://schemas.microsoft.com/office/drawing/2014/main" id="{6D57413B-91C5-486E-9CED-CCC807DCD2D7}"/>
              </a:ext>
            </a:extLst>
          </p:cNvPr>
          <p:cNvSpPr txBox="1">
            <a:spLocks noGrp="1"/>
          </p:cNvSpPr>
          <p:nvPr/>
        </p:nvSpPr>
        <p:spPr>
          <a:xfrm rot="0">
            <a:off x="266700" y="1885950"/>
            <a:ext cx="1057275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 i="0">
                <a:solidFill>
                  <a:srgbClr val="1B3A5C"/>
                </a:solidFill>
                <a:latin typeface="Arial"/>
                <a:ea typeface="Arial"/>
                <a:cs typeface="Arial"/>
              </a:defRPr>
            </a:pPr>
            <a:r>
              <a:rPr sz="1500" b="0" i="0" dirty="0">
                <a:solidFill>
                  <a:srgbClr val="1B3A5C"/>
                </a:solidFill>
                <a:latin typeface="Arial"/>
                <a:ea typeface="Arial"/>
                <a:cs typeface="Arial"/>
              </a:rPr>
              <a:t>100-1</a:t>
            </a:r>
          </a:p>
        </p:txBody>
      </p:sp>
      <p:sp>
        <p:nvSpPr>
          <p:cNvPr id="19" name="100-2-19">
            <a:extLst>
              <a:ext uri="{FF2B5EF4-FFF2-40B4-BE49-F238E27FC236}">
                <a16:creationId xmlns:a16="http://schemas.microsoft.com/office/drawing/2014/main" id="{4CDC1ED3-0186-4ED1-8691-A015AFDA1DEA}"/>
              </a:ext>
            </a:extLst>
          </p:cNvPr>
          <p:cNvSpPr txBox="1">
            <a:spLocks noGrp="1"/>
          </p:cNvSpPr>
          <p:nvPr/>
        </p:nvSpPr>
        <p:spPr>
          <a:xfrm rot="0">
            <a:off x="1362075" y="1885950"/>
            <a:ext cx="1171575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 i="0">
                <a:solidFill>
                  <a:srgbClr val="1B3A5C"/>
                </a:solidFill>
                <a:latin typeface="Arial"/>
                <a:ea typeface="Arial"/>
                <a:cs typeface="Arial"/>
              </a:defRPr>
            </a:pPr>
            <a:r>
              <a:rPr sz="1500" b="0" i="0" dirty="0">
                <a:solidFill>
                  <a:srgbClr val="1B3A5C"/>
                </a:solidFill>
                <a:latin typeface="Arial"/>
                <a:ea typeface="Arial"/>
                <a:cs typeface="Arial"/>
              </a:rPr>
              <a:t>100-2</a:t>
            </a:r>
          </a:p>
        </p:txBody>
      </p:sp>
      <p:sp>
        <p:nvSpPr>
          <p:cNvPr id="21" name="圆通邮政大件上排-21">
            <a:extLst>
              <a:ext uri="{FF2B5EF4-FFF2-40B4-BE49-F238E27FC236}">
                <a16:creationId xmlns:a16="http://schemas.microsoft.com/office/drawing/2014/main" id="{93A13580-6FF7-4E13-95F0-2DB81D7364B1}"/>
              </a:ext>
            </a:extLst>
          </p:cNvPr>
          <p:cNvSpPr>
            <a:spLocks noGrp="1"/>
          </p:cNvSpPr>
          <p:nvPr/>
        </p:nvSpPr>
        <p:spPr>
          <a:xfrm>
            <a:off x="981075" y="3476625"/>
            <a:ext cx="200025" cy="1019175"/>
          </a:xfrm>
          <a:prstGeom prst="rect">
            <a:avLst/>
          </a:prstGeom>
          <a:solidFill>
            <a:srgbClr val="FFB787"/>
          </a:solidFill>
          <a:ln w="7620">
            <a:solidFill>
              <a:srgbClr val="8D765F"/>
            </a:solidFill>
          </a:ln>
        </p:spPr>
      </p:sp>
      <p:sp>
        <p:nvSpPr>
          <p:cNvPr id="22" name="圆通邮政大件上排-22">
            <a:extLst>
              <a:ext uri="{FF2B5EF4-FFF2-40B4-BE49-F238E27FC236}">
                <a16:creationId xmlns:a16="http://schemas.microsoft.com/office/drawing/2014/main" id="{C6725688-5E39-409B-8649-D3BD351C688F}"/>
              </a:ext>
            </a:extLst>
          </p:cNvPr>
          <p:cNvSpPr>
            <a:spLocks noGrp="1"/>
          </p:cNvSpPr>
          <p:nvPr/>
        </p:nvSpPr>
        <p:spPr>
          <a:xfrm>
            <a:off x="1333500" y="3476625"/>
            <a:ext cx="200025" cy="1019175"/>
          </a:xfrm>
          <a:prstGeom prst="rect">
            <a:avLst/>
          </a:prstGeom>
          <a:solidFill>
            <a:srgbClr val="FFB787"/>
          </a:solidFill>
          <a:ln w="7620">
            <a:solidFill>
              <a:srgbClr val="8D765F"/>
            </a:solidFill>
          </a:ln>
        </p:spPr>
      </p:sp>
      <p:sp>
        <p:nvSpPr>
          <p:cNvPr id="23" name="圆通邮政大件下排-23">
            <a:extLst>
              <a:ext uri="{FF2B5EF4-FFF2-40B4-BE49-F238E27FC236}">
                <a16:creationId xmlns:a16="http://schemas.microsoft.com/office/drawing/2014/main" id="{6E093E47-29E2-458D-A758-8324DB8F8235}"/>
              </a:ext>
            </a:extLst>
          </p:cNvPr>
          <p:cNvSpPr>
            <a:spLocks noGrp="1"/>
          </p:cNvSpPr>
          <p:nvPr/>
        </p:nvSpPr>
        <p:spPr>
          <a:xfrm>
            <a:off x="981075" y="4772025"/>
            <a:ext cx="200025" cy="1162050"/>
          </a:xfrm>
          <a:prstGeom prst="rect">
            <a:avLst/>
          </a:prstGeom>
          <a:solidFill>
            <a:srgbClr val="FFB787"/>
          </a:solidFill>
          <a:ln w="7620">
            <a:solidFill>
              <a:srgbClr val="8D765F"/>
            </a:solidFill>
          </a:ln>
        </p:spPr>
      </p:sp>
      <p:sp>
        <p:nvSpPr>
          <p:cNvPr id="24" name="圆通邮政大件下排-24">
            <a:extLst>
              <a:ext uri="{FF2B5EF4-FFF2-40B4-BE49-F238E27FC236}">
                <a16:creationId xmlns:a16="http://schemas.microsoft.com/office/drawing/2014/main" id="{F7ABC25D-355A-432B-B8C1-1821166D0695}"/>
              </a:ext>
            </a:extLst>
          </p:cNvPr>
          <p:cNvSpPr>
            <a:spLocks noGrp="1"/>
          </p:cNvSpPr>
          <p:nvPr/>
        </p:nvSpPr>
        <p:spPr>
          <a:xfrm>
            <a:off x="1333500" y="4772025"/>
            <a:ext cx="200025" cy="1162050"/>
          </a:xfrm>
          <a:prstGeom prst="rect">
            <a:avLst/>
          </a:prstGeom>
          <a:solidFill>
            <a:srgbClr val="FFB787"/>
          </a:solidFill>
          <a:ln w="7620">
            <a:solidFill>
              <a:srgbClr val="8D765F"/>
            </a:solidFill>
          </a:ln>
        </p:spPr>
      </p:sp>
      <p:sp>
        <p:nvSpPr>
          <p:cNvPr id="25" name="圆 通 邮 政 大 件 临 时 场 地-25">
            <a:extLst>
              <a:ext uri="{FF2B5EF4-FFF2-40B4-BE49-F238E27FC236}">
                <a16:creationId xmlns:a16="http://schemas.microsoft.com/office/drawing/2014/main" id="{72CCDD8C-CDF3-40E7-8812-7EC6F47C6F3E}"/>
              </a:ext>
            </a:extLst>
          </p:cNvPr>
          <p:cNvSpPr txBox="1">
            <a:spLocks noGrp="1"/>
          </p:cNvSpPr>
          <p:nvPr/>
        </p:nvSpPr>
        <p:spPr>
          <a:xfrm>
            <a:off x="685800" y="3476625"/>
            <a:ext cx="228600" cy="2343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圆</a:t>
            </a:r>
          </a:p>
          <a:p>
            <a:pPr algn="ctr">
              <a:lnSpc>
                <a:spcPct val="100000"/>
              </a:lnSpc>
              <a:buNone/>
              <a:def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通</a:t>
            </a:r>
          </a:p>
          <a:p>
            <a:pPr algn="ctr">
              <a:lnSpc>
                <a:spcPct val="100000"/>
              </a:lnSpc>
              <a:buNone/>
              <a:def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邮</a:t>
            </a:r>
          </a:p>
          <a:p>
            <a:pPr algn="ctr">
              <a:lnSpc>
                <a:spcPct val="100000"/>
              </a:lnSpc>
              <a:buNone/>
              <a:def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政</a:t>
            </a:r>
          </a:p>
          <a:p>
            <a:pPr algn="ctr">
              <a:lnSpc>
                <a:spcPct val="100000"/>
              </a:lnSpc>
              <a:buNone/>
              <a:def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大</a:t>
            </a:r>
          </a:p>
          <a:p>
            <a:pPr algn="ctr">
              <a:lnSpc>
                <a:spcPct val="100000"/>
              </a:lnSpc>
              <a:buNone/>
              <a:def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件</a:t>
            </a:r>
          </a:p>
          <a:p>
            <a:pPr algn="ctr">
              <a:lnSpc>
                <a:spcPct val="100000"/>
              </a:lnSpc>
              <a:buNone/>
              <a:def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临</a:t>
            </a:r>
          </a:p>
          <a:p>
            <a:pPr algn="ctr">
              <a:lnSpc>
                <a:spcPct val="100000"/>
              </a:lnSpc>
              <a:buNone/>
              <a:def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时</a:t>
            </a:r>
          </a:p>
          <a:p>
            <a:pPr algn="ctr">
              <a:lnSpc>
                <a:spcPct val="100000"/>
              </a:lnSpc>
              <a:buNone/>
              <a:def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场</a:t>
            </a:r>
          </a:p>
          <a:p>
            <a:pPr algn="ctr">
              <a:lnSpc>
                <a:spcPct val="100000"/>
              </a:lnSpc>
              <a:buNone/>
              <a:def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地</a:t>
            </a:r>
          </a:p>
        </p:txBody>
      </p:sp>
      <p:sp>
        <p:nvSpPr>
          <p:cNvPr id="26" name="德 邦-26">
            <a:extLst>
              <a:ext uri="{FF2B5EF4-FFF2-40B4-BE49-F238E27FC236}">
                <a16:creationId xmlns:a16="http://schemas.microsoft.com/office/drawing/2014/main" id="{0E16B240-5C0C-40F5-995B-63078C5D47D6}"/>
              </a:ext>
            </a:extLst>
          </p:cNvPr>
          <p:cNvSpPr txBox="1">
            <a:spLocks noGrp="1"/>
          </p:cNvSpPr>
          <p:nvPr/>
        </p:nvSpPr>
        <p:spPr>
          <a:xfrm>
            <a:off x="1571625" y="3552825"/>
            <a:ext cx="276225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025" b="0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2025" b="0" i="0" dirty="0" err="1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德</a:t>
            </a:r>
            <a:endParaRPr sz="2025" b="0" i="0" dirty="0">
              <a:solidFill>
                <a:srgbClr val="17151A"/>
              </a:solidFill>
              <a:latin typeface="Songti SC"/>
              <a:ea typeface="Songti SC"/>
              <a:cs typeface="Songti SC"/>
            </a:endParaRPr>
          </a:p>
          <a:p>
            <a:pPr algn="ctr">
              <a:lnSpc>
                <a:spcPct val="100000"/>
              </a:lnSpc>
              <a:buNone/>
              <a:defRPr sz="2025" b="0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2025" b="0" i="0" dirty="0" err="1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邦</a:t>
            </a:r>
            <a:endParaRPr sz="2025" b="0" i="0" dirty="0">
              <a:solidFill>
                <a:srgbClr val="17151A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27" name="圆通北架-37-27">
            <a:extLst>
              <a:ext uri="{FF2B5EF4-FFF2-40B4-BE49-F238E27FC236}">
                <a16:creationId xmlns:a16="http://schemas.microsoft.com/office/drawing/2014/main" id="{D1132EF7-113C-4562-85CA-1B653EB984A0}"/>
              </a:ext>
            </a:extLst>
          </p:cNvPr>
          <p:cNvSpPr>
            <a:spLocks noGrp="1"/>
          </p:cNvSpPr>
          <p:nvPr/>
        </p:nvSpPr>
        <p:spPr>
          <a:xfrm>
            <a:off x="2419350" y="3333750"/>
            <a:ext cx="326571" cy="762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8" name="37-28">
            <a:extLst>
              <a:ext uri="{FF2B5EF4-FFF2-40B4-BE49-F238E27FC236}">
                <a16:creationId xmlns:a16="http://schemas.microsoft.com/office/drawing/2014/main" id="{5893CF8D-52E9-4D41-B569-5EF084ED7EE7}"/>
              </a:ext>
            </a:extLst>
          </p:cNvPr>
          <p:cNvSpPr txBox="1">
            <a:spLocks noGrp="1"/>
          </p:cNvSpPr>
          <p:nvPr/>
        </p:nvSpPr>
        <p:spPr>
          <a:xfrm>
            <a:off x="2421255" y="3332321"/>
            <a:ext cx="322761" cy="790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63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29" name="圆通北架-36-29">
            <a:extLst>
              <a:ext uri="{FF2B5EF4-FFF2-40B4-BE49-F238E27FC236}">
                <a16:creationId xmlns:a16="http://schemas.microsoft.com/office/drawing/2014/main" id="{08526664-151E-4E50-8283-D53F836EB5BE}"/>
              </a:ext>
            </a:extLst>
          </p:cNvPr>
          <p:cNvSpPr>
            <a:spLocks noGrp="1"/>
          </p:cNvSpPr>
          <p:nvPr/>
        </p:nvSpPr>
        <p:spPr>
          <a:xfrm>
            <a:off x="2745921" y="3333750"/>
            <a:ext cx="326571" cy="762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0" name="36-30">
            <a:extLst>
              <a:ext uri="{FF2B5EF4-FFF2-40B4-BE49-F238E27FC236}">
                <a16:creationId xmlns:a16="http://schemas.microsoft.com/office/drawing/2014/main" id="{81B4D759-3E47-4720-AA60-28B90B94749C}"/>
              </a:ext>
            </a:extLst>
          </p:cNvPr>
          <p:cNvSpPr txBox="1">
            <a:spLocks noGrp="1"/>
          </p:cNvSpPr>
          <p:nvPr/>
        </p:nvSpPr>
        <p:spPr>
          <a:xfrm>
            <a:off x="2747826" y="3332321"/>
            <a:ext cx="322761" cy="790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63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31" name="圆通北架-35-31">
            <a:extLst>
              <a:ext uri="{FF2B5EF4-FFF2-40B4-BE49-F238E27FC236}">
                <a16:creationId xmlns:a16="http://schemas.microsoft.com/office/drawing/2014/main" id="{B6176237-790F-4696-8CE2-0BBEB8463196}"/>
              </a:ext>
            </a:extLst>
          </p:cNvPr>
          <p:cNvSpPr>
            <a:spLocks noGrp="1"/>
          </p:cNvSpPr>
          <p:nvPr/>
        </p:nvSpPr>
        <p:spPr>
          <a:xfrm>
            <a:off x="3072493" y="3333750"/>
            <a:ext cx="326571" cy="762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2" name="35-32">
            <a:extLst>
              <a:ext uri="{FF2B5EF4-FFF2-40B4-BE49-F238E27FC236}">
                <a16:creationId xmlns:a16="http://schemas.microsoft.com/office/drawing/2014/main" id="{169B935C-9A54-4056-93BD-8E02A7D7C752}"/>
              </a:ext>
            </a:extLst>
          </p:cNvPr>
          <p:cNvSpPr txBox="1">
            <a:spLocks noGrp="1"/>
          </p:cNvSpPr>
          <p:nvPr/>
        </p:nvSpPr>
        <p:spPr>
          <a:xfrm>
            <a:off x="3074398" y="3332321"/>
            <a:ext cx="322761" cy="790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63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33" name="圆通北架-34-33">
            <a:extLst>
              <a:ext uri="{FF2B5EF4-FFF2-40B4-BE49-F238E27FC236}">
                <a16:creationId xmlns:a16="http://schemas.microsoft.com/office/drawing/2014/main" id="{25BBC283-73AB-4FF7-9055-B8D444303CED}"/>
              </a:ext>
            </a:extLst>
          </p:cNvPr>
          <p:cNvSpPr>
            <a:spLocks noGrp="1"/>
          </p:cNvSpPr>
          <p:nvPr/>
        </p:nvSpPr>
        <p:spPr>
          <a:xfrm>
            <a:off x="3399064" y="3333750"/>
            <a:ext cx="326571" cy="762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4" name="34-34">
            <a:extLst>
              <a:ext uri="{FF2B5EF4-FFF2-40B4-BE49-F238E27FC236}">
                <a16:creationId xmlns:a16="http://schemas.microsoft.com/office/drawing/2014/main" id="{33F3A1C0-A889-41E2-A1AF-1A852BA7227F}"/>
              </a:ext>
            </a:extLst>
          </p:cNvPr>
          <p:cNvSpPr txBox="1">
            <a:spLocks noGrp="1"/>
          </p:cNvSpPr>
          <p:nvPr/>
        </p:nvSpPr>
        <p:spPr>
          <a:xfrm>
            <a:off x="3400969" y="3332321"/>
            <a:ext cx="322761" cy="790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63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35" name="圆通北架-33-35">
            <a:extLst>
              <a:ext uri="{FF2B5EF4-FFF2-40B4-BE49-F238E27FC236}">
                <a16:creationId xmlns:a16="http://schemas.microsoft.com/office/drawing/2014/main" id="{BC61113E-22B4-49CA-9886-8A3087AB1899}"/>
              </a:ext>
            </a:extLst>
          </p:cNvPr>
          <p:cNvSpPr>
            <a:spLocks noGrp="1"/>
          </p:cNvSpPr>
          <p:nvPr/>
        </p:nvSpPr>
        <p:spPr>
          <a:xfrm>
            <a:off x="3725636" y="3333750"/>
            <a:ext cx="326571" cy="762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6" name="33-36">
            <a:extLst>
              <a:ext uri="{FF2B5EF4-FFF2-40B4-BE49-F238E27FC236}">
                <a16:creationId xmlns:a16="http://schemas.microsoft.com/office/drawing/2014/main" id="{6A904977-458E-4279-A7F5-5E337B21878E}"/>
              </a:ext>
            </a:extLst>
          </p:cNvPr>
          <p:cNvSpPr txBox="1">
            <a:spLocks noGrp="1"/>
          </p:cNvSpPr>
          <p:nvPr/>
        </p:nvSpPr>
        <p:spPr>
          <a:xfrm>
            <a:off x="3727541" y="3332321"/>
            <a:ext cx="322761" cy="790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63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37" name="圆通北架-32-37">
            <a:extLst>
              <a:ext uri="{FF2B5EF4-FFF2-40B4-BE49-F238E27FC236}">
                <a16:creationId xmlns:a16="http://schemas.microsoft.com/office/drawing/2014/main" id="{BF4EB114-9A39-448F-B43A-94261DBAA818}"/>
              </a:ext>
            </a:extLst>
          </p:cNvPr>
          <p:cNvSpPr>
            <a:spLocks noGrp="1"/>
          </p:cNvSpPr>
          <p:nvPr/>
        </p:nvSpPr>
        <p:spPr>
          <a:xfrm>
            <a:off x="4052207" y="3333750"/>
            <a:ext cx="326571" cy="762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8" name="32-38">
            <a:extLst>
              <a:ext uri="{FF2B5EF4-FFF2-40B4-BE49-F238E27FC236}">
                <a16:creationId xmlns:a16="http://schemas.microsoft.com/office/drawing/2014/main" id="{EC67BCF1-26EF-412A-8145-AFBAA46B0A6E}"/>
              </a:ext>
            </a:extLst>
          </p:cNvPr>
          <p:cNvSpPr txBox="1">
            <a:spLocks noGrp="1"/>
          </p:cNvSpPr>
          <p:nvPr/>
        </p:nvSpPr>
        <p:spPr>
          <a:xfrm>
            <a:off x="4054112" y="3332321"/>
            <a:ext cx="322761" cy="790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63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39" name="圆通北架-31-39">
            <a:extLst>
              <a:ext uri="{FF2B5EF4-FFF2-40B4-BE49-F238E27FC236}">
                <a16:creationId xmlns:a16="http://schemas.microsoft.com/office/drawing/2014/main" id="{E646B3F4-35C9-4633-AC15-4040DE7255F9}"/>
              </a:ext>
            </a:extLst>
          </p:cNvPr>
          <p:cNvSpPr>
            <a:spLocks noGrp="1"/>
          </p:cNvSpPr>
          <p:nvPr/>
        </p:nvSpPr>
        <p:spPr>
          <a:xfrm>
            <a:off x="4378779" y="3333750"/>
            <a:ext cx="326571" cy="762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40" name="31-40">
            <a:extLst>
              <a:ext uri="{FF2B5EF4-FFF2-40B4-BE49-F238E27FC236}">
                <a16:creationId xmlns:a16="http://schemas.microsoft.com/office/drawing/2014/main" id="{55C03A47-C122-436C-83B0-E81E3FF9BC9E}"/>
              </a:ext>
            </a:extLst>
          </p:cNvPr>
          <p:cNvSpPr txBox="1">
            <a:spLocks noGrp="1"/>
          </p:cNvSpPr>
          <p:nvPr/>
        </p:nvSpPr>
        <p:spPr>
          <a:xfrm>
            <a:off x="4380684" y="3332321"/>
            <a:ext cx="322761" cy="790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63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41" name="圆通西架-67-41">
            <a:extLst>
              <a:ext uri="{FF2B5EF4-FFF2-40B4-BE49-F238E27FC236}">
                <a16:creationId xmlns:a16="http://schemas.microsoft.com/office/drawing/2014/main" id="{B792D992-4F73-45E3-B1E0-8201B08EBAE7}"/>
              </a:ext>
            </a:extLst>
          </p:cNvPr>
          <p:cNvSpPr>
            <a:spLocks noGrp="1"/>
          </p:cNvSpPr>
          <p:nvPr/>
        </p:nvSpPr>
        <p:spPr>
          <a:xfrm>
            <a:off x="2143125" y="3409950"/>
            <a:ext cx="95250" cy="1905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42" name="67-42">
            <a:extLst>
              <a:ext uri="{FF2B5EF4-FFF2-40B4-BE49-F238E27FC236}">
                <a16:creationId xmlns:a16="http://schemas.microsoft.com/office/drawing/2014/main" id="{73FD555A-E755-495A-98D3-80939BD2A04D}"/>
              </a:ext>
            </a:extLst>
          </p:cNvPr>
          <p:cNvSpPr txBox="1">
            <a:spLocks noGrp="1"/>
          </p:cNvSpPr>
          <p:nvPr/>
        </p:nvSpPr>
        <p:spPr>
          <a:xfrm rot="5400000">
            <a:off x="2095500" y="3457575"/>
            <a:ext cx="190500" cy="95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67</a:t>
            </a:r>
          </a:p>
        </p:txBody>
      </p:sp>
      <p:sp>
        <p:nvSpPr>
          <p:cNvPr id="43" name="圆通西架-68-43">
            <a:extLst>
              <a:ext uri="{FF2B5EF4-FFF2-40B4-BE49-F238E27FC236}">
                <a16:creationId xmlns:a16="http://schemas.microsoft.com/office/drawing/2014/main" id="{B5AB5BD0-5BB7-495F-B58D-6350446126DC}"/>
              </a:ext>
            </a:extLst>
          </p:cNvPr>
          <p:cNvSpPr>
            <a:spLocks noGrp="1"/>
          </p:cNvSpPr>
          <p:nvPr/>
        </p:nvSpPr>
        <p:spPr>
          <a:xfrm>
            <a:off x="2143125" y="3600450"/>
            <a:ext cx="95250" cy="1905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44" name="68-44">
            <a:extLst>
              <a:ext uri="{FF2B5EF4-FFF2-40B4-BE49-F238E27FC236}">
                <a16:creationId xmlns:a16="http://schemas.microsoft.com/office/drawing/2014/main" id="{C0C575E4-24B5-44A8-BD37-87536AC9EF94}"/>
              </a:ext>
            </a:extLst>
          </p:cNvPr>
          <p:cNvSpPr txBox="1">
            <a:spLocks noGrp="1"/>
          </p:cNvSpPr>
          <p:nvPr/>
        </p:nvSpPr>
        <p:spPr>
          <a:xfrm rot="5400000">
            <a:off x="2095500" y="3648075"/>
            <a:ext cx="190500" cy="95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68</a:t>
            </a:r>
          </a:p>
        </p:txBody>
      </p:sp>
      <p:sp>
        <p:nvSpPr>
          <p:cNvPr id="45" name="圆通西架-69-45">
            <a:extLst>
              <a:ext uri="{FF2B5EF4-FFF2-40B4-BE49-F238E27FC236}">
                <a16:creationId xmlns:a16="http://schemas.microsoft.com/office/drawing/2014/main" id="{5A1104D3-EB7B-48E4-97EF-DAC8E49F47C3}"/>
              </a:ext>
            </a:extLst>
          </p:cNvPr>
          <p:cNvSpPr>
            <a:spLocks noGrp="1"/>
          </p:cNvSpPr>
          <p:nvPr/>
        </p:nvSpPr>
        <p:spPr>
          <a:xfrm>
            <a:off x="2143125" y="3790950"/>
            <a:ext cx="95250" cy="1905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46" name="69-46">
            <a:extLst>
              <a:ext uri="{FF2B5EF4-FFF2-40B4-BE49-F238E27FC236}">
                <a16:creationId xmlns:a16="http://schemas.microsoft.com/office/drawing/2014/main" id="{863F0404-3A0D-4397-8BEB-2AEA6BFE70B9}"/>
              </a:ext>
            </a:extLst>
          </p:cNvPr>
          <p:cNvSpPr txBox="1">
            <a:spLocks noGrp="1"/>
          </p:cNvSpPr>
          <p:nvPr/>
        </p:nvSpPr>
        <p:spPr>
          <a:xfrm rot="5400000">
            <a:off x="2095500" y="3838575"/>
            <a:ext cx="190500" cy="95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69</a:t>
            </a:r>
          </a:p>
        </p:txBody>
      </p:sp>
      <p:sp>
        <p:nvSpPr>
          <p:cNvPr id="47" name="圆通西架-70-47">
            <a:extLst>
              <a:ext uri="{FF2B5EF4-FFF2-40B4-BE49-F238E27FC236}">
                <a16:creationId xmlns:a16="http://schemas.microsoft.com/office/drawing/2014/main" id="{9ACF3AD0-C3B6-4642-926F-699E97BCB01A}"/>
              </a:ext>
            </a:extLst>
          </p:cNvPr>
          <p:cNvSpPr>
            <a:spLocks noGrp="1"/>
          </p:cNvSpPr>
          <p:nvPr/>
        </p:nvSpPr>
        <p:spPr>
          <a:xfrm>
            <a:off x="2143125" y="3981450"/>
            <a:ext cx="95250" cy="1905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48" name="70-48">
            <a:extLst>
              <a:ext uri="{FF2B5EF4-FFF2-40B4-BE49-F238E27FC236}">
                <a16:creationId xmlns:a16="http://schemas.microsoft.com/office/drawing/2014/main" id="{064BCCE4-0BF4-43A1-8F9F-F689F8C81985}"/>
              </a:ext>
            </a:extLst>
          </p:cNvPr>
          <p:cNvSpPr txBox="1">
            <a:spLocks noGrp="1"/>
          </p:cNvSpPr>
          <p:nvPr/>
        </p:nvSpPr>
        <p:spPr>
          <a:xfrm rot="5400000">
            <a:off x="2095500" y="4029075"/>
            <a:ext cx="190500" cy="95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70</a:t>
            </a:r>
          </a:p>
        </p:txBody>
      </p:sp>
      <p:sp>
        <p:nvSpPr>
          <p:cNvPr id="49" name="圆通西架-71-49">
            <a:extLst>
              <a:ext uri="{FF2B5EF4-FFF2-40B4-BE49-F238E27FC236}">
                <a16:creationId xmlns:a16="http://schemas.microsoft.com/office/drawing/2014/main" id="{AE65C00F-58F2-4983-87AD-FD678FEDC114}"/>
              </a:ext>
            </a:extLst>
          </p:cNvPr>
          <p:cNvSpPr>
            <a:spLocks noGrp="1"/>
          </p:cNvSpPr>
          <p:nvPr/>
        </p:nvSpPr>
        <p:spPr>
          <a:xfrm>
            <a:off x="2143125" y="4171950"/>
            <a:ext cx="95250" cy="1905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0" name="71-50">
            <a:extLst>
              <a:ext uri="{FF2B5EF4-FFF2-40B4-BE49-F238E27FC236}">
                <a16:creationId xmlns:a16="http://schemas.microsoft.com/office/drawing/2014/main" id="{A2F0D172-F41C-4DC6-A6CD-EA09594A15AD}"/>
              </a:ext>
            </a:extLst>
          </p:cNvPr>
          <p:cNvSpPr txBox="1">
            <a:spLocks noGrp="1"/>
          </p:cNvSpPr>
          <p:nvPr/>
        </p:nvSpPr>
        <p:spPr>
          <a:xfrm rot="5400000">
            <a:off x="2095500" y="4219575"/>
            <a:ext cx="190500" cy="95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71</a:t>
            </a:r>
          </a:p>
        </p:txBody>
      </p:sp>
      <p:sp>
        <p:nvSpPr>
          <p:cNvPr id="51" name="圆通西架-72-51">
            <a:extLst>
              <a:ext uri="{FF2B5EF4-FFF2-40B4-BE49-F238E27FC236}">
                <a16:creationId xmlns:a16="http://schemas.microsoft.com/office/drawing/2014/main" id="{502D2FE6-508E-4642-938B-4291F50F6EC4}"/>
              </a:ext>
            </a:extLst>
          </p:cNvPr>
          <p:cNvSpPr>
            <a:spLocks noGrp="1"/>
          </p:cNvSpPr>
          <p:nvPr/>
        </p:nvSpPr>
        <p:spPr>
          <a:xfrm>
            <a:off x="2143125" y="4362450"/>
            <a:ext cx="95250" cy="1905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2" name="72-52">
            <a:extLst>
              <a:ext uri="{FF2B5EF4-FFF2-40B4-BE49-F238E27FC236}">
                <a16:creationId xmlns:a16="http://schemas.microsoft.com/office/drawing/2014/main" id="{5E7A0ABB-C6BA-4B0D-A08E-CD7C6C6BC733}"/>
              </a:ext>
            </a:extLst>
          </p:cNvPr>
          <p:cNvSpPr txBox="1">
            <a:spLocks noGrp="1"/>
          </p:cNvSpPr>
          <p:nvPr/>
        </p:nvSpPr>
        <p:spPr>
          <a:xfrm rot="5400000">
            <a:off x="2095500" y="4410075"/>
            <a:ext cx="190500" cy="95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72</a:t>
            </a:r>
          </a:p>
        </p:txBody>
      </p:sp>
      <p:sp>
        <p:nvSpPr>
          <p:cNvPr id="53" name="圆通西架-53-53">
            <a:extLst>
              <a:ext uri="{FF2B5EF4-FFF2-40B4-BE49-F238E27FC236}">
                <a16:creationId xmlns:a16="http://schemas.microsoft.com/office/drawing/2014/main" id="{D0D6B690-D9DC-4D2B-B122-503832A1E234}"/>
              </a:ext>
            </a:extLst>
          </p:cNvPr>
          <p:cNvSpPr>
            <a:spLocks noGrp="1"/>
          </p:cNvSpPr>
          <p:nvPr/>
        </p:nvSpPr>
        <p:spPr>
          <a:xfrm>
            <a:off x="2238375" y="3409950"/>
            <a:ext cx="95250" cy="163286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4" name="53-54">
            <a:extLst>
              <a:ext uri="{FF2B5EF4-FFF2-40B4-BE49-F238E27FC236}">
                <a16:creationId xmlns:a16="http://schemas.microsoft.com/office/drawing/2014/main" id="{46DE5D13-4493-4DAF-9A43-DA82D28E31BE}"/>
              </a:ext>
            </a:extLst>
          </p:cNvPr>
          <p:cNvSpPr txBox="1">
            <a:spLocks noGrp="1"/>
          </p:cNvSpPr>
          <p:nvPr/>
        </p:nvSpPr>
        <p:spPr>
          <a:xfrm rot="5400000">
            <a:off x="2204357" y="3443968"/>
            <a:ext cx="163286" cy="95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00" b="0" i="0" dirty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53</a:t>
            </a:r>
          </a:p>
        </p:txBody>
      </p:sp>
      <p:sp>
        <p:nvSpPr>
          <p:cNvPr id="55" name="圆通西架-54-55">
            <a:extLst>
              <a:ext uri="{FF2B5EF4-FFF2-40B4-BE49-F238E27FC236}">
                <a16:creationId xmlns:a16="http://schemas.microsoft.com/office/drawing/2014/main" id="{29514E2A-360E-464F-BE5F-590BF74736BC}"/>
              </a:ext>
            </a:extLst>
          </p:cNvPr>
          <p:cNvSpPr>
            <a:spLocks noGrp="1"/>
          </p:cNvSpPr>
          <p:nvPr/>
        </p:nvSpPr>
        <p:spPr>
          <a:xfrm>
            <a:off x="2238375" y="3573236"/>
            <a:ext cx="95250" cy="163286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6" name="54-56">
            <a:extLst>
              <a:ext uri="{FF2B5EF4-FFF2-40B4-BE49-F238E27FC236}">
                <a16:creationId xmlns:a16="http://schemas.microsoft.com/office/drawing/2014/main" id="{9D433D21-333B-4C37-8A0D-CF266815D110}"/>
              </a:ext>
            </a:extLst>
          </p:cNvPr>
          <p:cNvSpPr txBox="1">
            <a:spLocks noGrp="1"/>
          </p:cNvSpPr>
          <p:nvPr/>
        </p:nvSpPr>
        <p:spPr>
          <a:xfrm rot="5400000">
            <a:off x="2204357" y="3607254"/>
            <a:ext cx="163286" cy="95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54</a:t>
            </a:r>
          </a:p>
        </p:txBody>
      </p:sp>
      <p:sp>
        <p:nvSpPr>
          <p:cNvPr id="57" name="圆通西架-55-57">
            <a:extLst>
              <a:ext uri="{FF2B5EF4-FFF2-40B4-BE49-F238E27FC236}">
                <a16:creationId xmlns:a16="http://schemas.microsoft.com/office/drawing/2014/main" id="{845FC0F7-3AB5-4F1F-AF82-5DB7EDF75A8F}"/>
              </a:ext>
            </a:extLst>
          </p:cNvPr>
          <p:cNvSpPr>
            <a:spLocks noGrp="1"/>
          </p:cNvSpPr>
          <p:nvPr/>
        </p:nvSpPr>
        <p:spPr>
          <a:xfrm>
            <a:off x="2238375" y="3736521"/>
            <a:ext cx="95250" cy="163286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8" name="55-58">
            <a:extLst>
              <a:ext uri="{FF2B5EF4-FFF2-40B4-BE49-F238E27FC236}">
                <a16:creationId xmlns:a16="http://schemas.microsoft.com/office/drawing/2014/main" id="{8CD5B3B3-8D76-4199-808C-ED15F7F1A8D4}"/>
              </a:ext>
            </a:extLst>
          </p:cNvPr>
          <p:cNvSpPr txBox="1">
            <a:spLocks noGrp="1"/>
          </p:cNvSpPr>
          <p:nvPr/>
        </p:nvSpPr>
        <p:spPr>
          <a:xfrm rot="5400000">
            <a:off x="2204357" y="3770539"/>
            <a:ext cx="163286" cy="95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55</a:t>
            </a:r>
          </a:p>
        </p:txBody>
      </p:sp>
      <p:sp>
        <p:nvSpPr>
          <p:cNvPr id="59" name="圆通西架-56-59">
            <a:extLst>
              <a:ext uri="{FF2B5EF4-FFF2-40B4-BE49-F238E27FC236}">
                <a16:creationId xmlns:a16="http://schemas.microsoft.com/office/drawing/2014/main" id="{9140663A-4258-4F83-A86B-AF6986CE6B0E}"/>
              </a:ext>
            </a:extLst>
          </p:cNvPr>
          <p:cNvSpPr>
            <a:spLocks noGrp="1"/>
          </p:cNvSpPr>
          <p:nvPr/>
        </p:nvSpPr>
        <p:spPr>
          <a:xfrm>
            <a:off x="2238375" y="3899807"/>
            <a:ext cx="95250" cy="163286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60" name="56-60">
            <a:extLst>
              <a:ext uri="{FF2B5EF4-FFF2-40B4-BE49-F238E27FC236}">
                <a16:creationId xmlns:a16="http://schemas.microsoft.com/office/drawing/2014/main" id="{3364128A-431A-4E3B-A322-1F69B21CD4B4}"/>
              </a:ext>
            </a:extLst>
          </p:cNvPr>
          <p:cNvSpPr txBox="1">
            <a:spLocks noGrp="1"/>
          </p:cNvSpPr>
          <p:nvPr/>
        </p:nvSpPr>
        <p:spPr>
          <a:xfrm rot="5400000">
            <a:off x="2204357" y="3933825"/>
            <a:ext cx="163286" cy="95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56</a:t>
            </a:r>
          </a:p>
        </p:txBody>
      </p:sp>
      <p:sp>
        <p:nvSpPr>
          <p:cNvPr id="61" name="圆通西架-57-61">
            <a:extLst>
              <a:ext uri="{FF2B5EF4-FFF2-40B4-BE49-F238E27FC236}">
                <a16:creationId xmlns:a16="http://schemas.microsoft.com/office/drawing/2014/main" id="{1DCF9668-4F2E-4F25-8695-1DC5E2DDCA96}"/>
              </a:ext>
            </a:extLst>
          </p:cNvPr>
          <p:cNvSpPr>
            <a:spLocks noGrp="1"/>
          </p:cNvSpPr>
          <p:nvPr/>
        </p:nvSpPr>
        <p:spPr>
          <a:xfrm>
            <a:off x="2238375" y="4063093"/>
            <a:ext cx="95250" cy="163286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62" name="57-62">
            <a:extLst>
              <a:ext uri="{FF2B5EF4-FFF2-40B4-BE49-F238E27FC236}">
                <a16:creationId xmlns:a16="http://schemas.microsoft.com/office/drawing/2014/main" id="{D768F983-5535-4D14-910C-25539F2FD900}"/>
              </a:ext>
            </a:extLst>
          </p:cNvPr>
          <p:cNvSpPr txBox="1">
            <a:spLocks noGrp="1"/>
          </p:cNvSpPr>
          <p:nvPr/>
        </p:nvSpPr>
        <p:spPr>
          <a:xfrm rot="5400000">
            <a:off x="2204357" y="4097111"/>
            <a:ext cx="163286" cy="95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57</a:t>
            </a:r>
          </a:p>
        </p:txBody>
      </p:sp>
      <p:sp>
        <p:nvSpPr>
          <p:cNvPr id="63" name="圆通西架-58-63">
            <a:extLst>
              <a:ext uri="{FF2B5EF4-FFF2-40B4-BE49-F238E27FC236}">
                <a16:creationId xmlns:a16="http://schemas.microsoft.com/office/drawing/2014/main" id="{C855DA03-D970-412E-AA2B-3D800AB8436C}"/>
              </a:ext>
            </a:extLst>
          </p:cNvPr>
          <p:cNvSpPr>
            <a:spLocks noGrp="1"/>
          </p:cNvSpPr>
          <p:nvPr/>
        </p:nvSpPr>
        <p:spPr>
          <a:xfrm>
            <a:off x="2238375" y="4226379"/>
            <a:ext cx="95250" cy="163286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64" name="58-64">
            <a:extLst>
              <a:ext uri="{FF2B5EF4-FFF2-40B4-BE49-F238E27FC236}">
                <a16:creationId xmlns:a16="http://schemas.microsoft.com/office/drawing/2014/main" id="{472DFE53-CF9D-432F-8085-C1102CBC9F6B}"/>
              </a:ext>
            </a:extLst>
          </p:cNvPr>
          <p:cNvSpPr txBox="1">
            <a:spLocks noGrp="1"/>
          </p:cNvSpPr>
          <p:nvPr/>
        </p:nvSpPr>
        <p:spPr>
          <a:xfrm rot="5400000">
            <a:off x="2204357" y="4260396"/>
            <a:ext cx="163286" cy="95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58</a:t>
            </a:r>
          </a:p>
        </p:txBody>
      </p:sp>
      <p:sp>
        <p:nvSpPr>
          <p:cNvPr id="65" name="圆通西架-59-65">
            <a:extLst>
              <a:ext uri="{FF2B5EF4-FFF2-40B4-BE49-F238E27FC236}">
                <a16:creationId xmlns:a16="http://schemas.microsoft.com/office/drawing/2014/main" id="{102E34C9-DCA3-42F6-A635-180B7DB3763A}"/>
              </a:ext>
            </a:extLst>
          </p:cNvPr>
          <p:cNvSpPr>
            <a:spLocks noGrp="1"/>
          </p:cNvSpPr>
          <p:nvPr/>
        </p:nvSpPr>
        <p:spPr>
          <a:xfrm>
            <a:off x="2238375" y="4389664"/>
            <a:ext cx="95250" cy="163286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66" name="59-66">
            <a:extLst>
              <a:ext uri="{FF2B5EF4-FFF2-40B4-BE49-F238E27FC236}">
                <a16:creationId xmlns:a16="http://schemas.microsoft.com/office/drawing/2014/main" id="{087D9832-3FFD-4AA9-9B34-DB570915770D}"/>
              </a:ext>
            </a:extLst>
          </p:cNvPr>
          <p:cNvSpPr txBox="1">
            <a:spLocks noGrp="1"/>
          </p:cNvSpPr>
          <p:nvPr/>
        </p:nvSpPr>
        <p:spPr>
          <a:xfrm rot="5400000">
            <a:off x="2204357" y="4423682"/>
            <a:ext cx="163286" cy="95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00" b="0" i="0" dirty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59</a:t>
            </a:r>
          </a:p>
        </p:txBody>
      </p:sp>
      <p:sp>
        <p:nvSpPr>
          <p:cNvPr id="67" name="圆通上中架-30-67">
            <a:extLst>
              <a:ext uri="{FF2B5EF4-FFF2-40B4-BE49-F238E27FC236}">
                <a16:creationId xmlns:a16="http://schemas.microsoft.com/office/drawing/2014/main" id="{1A70ACE8-B20F-47E9-BEAD-8C6CEC30CDB6}"/>
              </a:ext>
            </a:extLst>
          </p:cNvPr>
          <p:cNvSpPr>
            <a:spLocks noGrp="1"/>
          </p:cNvSpPr>
          <p:nvPr/>
        </p:nvSpPr>
        <p:spPr>
          <a:xfrm>
            <a:off x="2524125" y="3686175"/>
            <a:ext cx="326571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68" name="30-68">
            <a:extLst>
              <a:ext uri="{FF2B5EF4-FFF2-40B4-BE49-F238E27FC236}">
                <a16:creationId xmlns:a16="http://schemas.microsoft.com/office/drawing/2014/main" id="{4AA3DAAD-A02B-47DA-8C80-771C8D262BDA}"/>
              </a:ext>
            </a:extLst>
          </p:cNvPr>
          <p:cNvSpPr txBox="1">
            <a:spLocks noGrp="1"/>
          </p:cNvSpPr>
          <p:nvPr/>
        </p:nvSpPr>
        <p:spPr>
          <a:xfrm>
            <a:off x="2526030" y="3684746"/>
            <a:ext cx="322761" cy="88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6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69" name="圆通上中架-29-69">
            <a:extLst>
              <a:ext uri="{FF2B5EF4-FFF2-40B4-BE49-F238E27FC236}">
                <a16:creationId xmlns:a16="http://schemas.microsoft.com/office/drawing/2014/main" id="{4817FD83-C075-4025-B2EC-B7615F084A9D}"/>
              </a:ext>
            </a:extLst>
          </p:cNvPr>
          <p:cNvSpPr>
            <a:spLocks noGrp="1"/>
          </p:cNvSpPr>
          <p:nvPr/>
        </p:nvSpPr>
        <p:spPr>
          <a:xfrm>
            <a:off x="2850696" y="3686175"/>
            <a:ext cx="326571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70" name="29-70">
            <a:extLst>
              <a:ext uri="{FF2B5EF4-FFF2-40B4-BE49-F238E27FC236}">
                <a16:creationId xmlns:a16="http://schemas.microsoft.com/office/drawing/2014/main" id="{5C1DA284-CF7B-4CE5-99F1-3DE9D7390BE4}"/>
              </a:ext>
            </a:extLst>
          </p:cNvPr>
          <p:cNvSpPr txBox="1">
            <a:spLocks noGrp="1"/>
          </p:cNvSpPr>
          <p:nvPr/>
        </p:nvSpPr>
        <p:spPr>
          <a:xfrm>
            <a:off x="2852601" y="3684746"/>
            <a:ext cx="322761" cy="88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6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71" name="圆通上中架-28-71">
            <a:extLst>
              <a:ext uri="{FF2B5EF4-FFF2-40B4-BE49-F238E27FC236}">
                <a16:creationId xmlns:a16="http://schemas.microsoft.com/office/drawing/2014/main" id="{20BDCE53-2AC4-4C5A-8534-F318BF46D1FE}"/>
              </a:ext>
            </a:extLst>
          </p:cNvPr>
          <p:cNvSpPr>
            <a:spLocks noGrp="1"/>
          </p:cNvSpPr>
          <p:nvPr/>
        </p:nvSpPr>
        <p:spPr>
          <a:xfrm>
            <a:off x="3177268" y="3686175"/>
            <a:ext cx="326571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72" name="28-72">
            <a:extLst>
              <a:ext uri="{FF2B5EF4-FFF2-40B4-BE49-F238E27FC236}">
                <a16:creationId xmlns:a16="http://schemas.microsoft.com/office/drawing/2014/main" id="{60E8D126-F8DB-46F9-95AE-B1288F8B2F51}"/>
              </a:ext>
            </a:extLst>
          </p:cNvPr>
          <p:cNvSpPr txBox="1">
            <a:spLocks noGrp="1"/>
          </p:cNvSpPr>
          <p:nvPr/>
        </p:nvSpPr>
        <p:spPr>
          <a:xfrm>
            <a:off x="3179173" y="3684746"/>
            <a:ext cx="322761" cy="88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6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73" name="圆通上中架-27-73">
            <a:extLst>
              <a:ext uri="{FF2B5EF4-FFF2-40B4-BE49-F238E27FC236}">
                <a16:creationId xmlns:a16="http://schemas.microsoft.com/office/drawing/2014/main" id="{E1ED3167-0A3F-458A-A199-2E68ED5D1BDC}"/>
              </a:ext>
            </a:extLst>
          </p:cNvPr>
          <p:cNvSpPr>
            <a:spLocks noGrp="1"/>
          </p:cNvSpPr>
          <p:nvPr/>
        </p:nvSpPr>
        <p:spPr>
          <a:xfrm>
            <a:off x="3503839" y="3686175"/>
            <a:ext cx="326571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74" name="27-74">
            <a:extLst>
              <a:ext uri="{FF2B5EF4-FFF2-40B4-BE49-F238E27FC236}">
                <a16:creationId xmlns:a16="http://schemas.microsoft.com/office/drawing/2014/main" id="{9BC8CEF5-1DE0-4D7E-BB43-5660347CC830}"/>
              </a:ext>
            </a:extLst>
          </p:cNvPr>
          <p:cNvSpPr txBox="1">
            <a:spLocks noGrp="1"/>
          </p:cNvSpPr>
          <p:nvPr/>
        </p:nvSpPr>
        <p:spPr>
          <a:xfrm>
            <a:off x="3505744" y="3684746"/>
            <a:ext cx="322761" cy="88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6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75" name="圆通上中架-26-75">
            <a:extLst>
              <a:ext uri="{FF2B5EF4-FFF2-40B4-BE49-F238E27FC236}">
                <a16:creationId xmlns:a16="http://schemas.microsoft.com/office/drawing/2014/main" id="{1B32B2C4-959E-4723-BF89-B68EF39BAF05}"/>
              </a:ext>
            </a:extLst>
          </p:cNvPr>
          <p:cNvSpPr>
            <a:spLocks noGrp="1"/>
          </p:cNvSpPr>
          <p:nvPr/>
        </p:nvSpPr>
        <p:spPr>
          <a:xfrm>
            <a:off x="3830411" y="3686175"/>
            <a:ext cx="326571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76" name="26-76">
            <a:extLst>
              <a:ext uri="{FF2B5EF4-FFF2-40B4-BE49-F238E27FC236}">
                <a16:creationId xmlns:a16="http://schemas.microsoft.com/office/drawing/2014/main" id="{4E3800B1-38E6-4AB9-887B-3E4734DFAC3B}"/>
              </a:ext>
            </a:extLst>
          </p:cNvPr>
          <p:cNvSpPr txBox="1">
            <a:spLocks noGrp="1"/>
          </p:cNvSpPr>
          <p:nvPr/>
        </p:nvSpPr>
        <p:spPr>
          <a:xfrm>
            <a:off x="3832316" y="3684746"/>
            <a:ext cx="322761" cy="88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6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77" name="圆通上中架-42-77">
            <a:extLst>
              <a:ext uri="{FF2B5EF4-FFF2-40B4-BE49-F238E27FC236}">
                <a16:creationId xmlns:a16="http://schemas.microsoft.com/office/drawing/2014/main" id="{9936EE1F-9155-45F0-8844-BAB09E4B4547}"/>
              </a:ext>
            </a:extLst>
          </p:cNvPr>
          <p:cNvSpPr>
            <a:spLocks noGrp="1"/>
          </p:cNvSpPr>
          <p:nvPr/>
        </p:nvSpPr>
        <p:spPr>
          <a:xfrm>
            <a:off x="4156982" y="3686175"/>
            <a:ext cx="326571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78" name="42-78">
            <a:extLst>
              <a:ext uri="{FF2B5EF4-FFF2-40B4-BE49-F238E27FC236}">
                <a16:creationId xmlns:a16="http://schemas.microsoft.com/office/drawing/2014/main" id="{DB81B8F6-5B0B-47C0-842C-B79DCAA705A5}"/>
              </a:ext>
            </a:extLst>
          </p:cNvPr>
          <p:cNvSpPr txBox="1">
            <a:spLocks noGrp="1"/>
          </p:cNvSpPr>
          <p:nvPr/>
        </p:nvSpPr>
        <p:spPr>
          <a:xfrm>
            <a:off x="4158887" y="3684746"/>
            <a:ext cx="322761" cy="88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6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79" name="圆通上中架-41-79">
            <a:extLst>
              <a:ext uri="{FF2B5EF4-FFF2-40B4-BE49-F238E27FC236}">
                <a16:creationId xmlns:a16="http://schemas.microsoft.com/office/drawing/2014/main" id="{2A093823-9383-4408-ABEB-220625DAD49C}"/>
              </a:ext>
            </a:extLst>
          </p:cNvPr>
          <p:cNvSpPr>
            <a:spLocks noGrp="1"/>
          </p:cNvSpPr>
          <p:nvPr/>
        </p:nvSpPr>
        <p:spPr>
          <a:xfrm>
            <a:off x="4483554" y="3686175"/>
            <a:ext cx="326571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80" name="41-80">
            <a:extLst>
              <a:ext uri="{FF2B5EF4-FFF2-40B4-BE49-F238E27FC236}">
                <a16:creationId xmlns:a16="http://schemas.microsoft.com/office/drawing/2014/main" id="{1DA4E51B-127F-42A7-9769-F905F3DC5E3C}"/>
              </a:ext>
            </a:extLst>
          </p:cNvPr>
          <p:cNvSpPr txBox="1">
            <a:spLocks noGrp="1"/>
          </p:cNvSpPr>
          <p:nvPr/>
        </p:nvSpPr>
        <p:spPr>
          <a:xfrm>
            <a:off x="4485459" y="3684746"/>
            <a:ext cx="322761" cy="88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6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sp>
        <p:nvSpPr>
          <p:cNvPr id="81" name="圆通上中架-21-81">
            <a:extLst>
              <a:ext uri="{FF2B5EF4-FFF2-40B4-BE49-F238E27FC236}">
                <a16:creationId xmlns:a16="http://schemas.microsoft.com/office/drawing/2014/main" id="{F5D99AA2-827F-48D2-89D0-DA643A2317F4}"/>
              </a:ext>
            </a:extLst>
          </p:cNvPr>
          <p:cNvSpPr>
            <a:spLocks noGrp="1"/>
          </p:cNvSpPr>
          <p:nvPr/>
        </p:nvSpPr>
        <p:spPr>
          <a:xfrm>
            <a:off x="2524125" y="3771900"/>
            <a:ext cx="326574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82" name="21-82">
            <a:extLst>
              <a:ext uri="{FF2B5EF4-FFF2-40B4-BE49-F238E27FC236}">
                <a16:creationId xmlns:a16="http://schemas.microsoft.com/office/drawing/2014/main" id="{ABC1CBF1-4E3A-4592-86B3-E50AF0E25EC9}"/>
              </a:ext>
            </a:extLst>
          </p:cNvPr>
          <p:cNvSpPr txBox="1">
            <a:spLocks noGrp="1"/>
          </p:cNvSpPr>
          <p:nvPr/>
        </p:nvSpPr>
        <p:spPr>
          <a:xfrm>
            <a:off x="2526030" y="3770471"/>
            <a:ext cx="322764" cy="88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6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83" name="圆通上中架-22-83">
            <a:extLst>
              <a:ext uri="{FF2B5EF4-FFF2-40B4-BE49-F238E27FC236}">
                <a16:creationId xmlns:a16="http://schemas.microsoft.com/office/drawing/2014/main" id="{2A77A0C8-2D54-4A68-8917-37827394083E}"/>
              </a:ext>
            </a:extLst>
          </p:cNvPr>
          <p:cNvSpPr>
            <a:spLocks noGrp="1"/>
          </p:cNvSpPr>
          <p:nvPr/>
        </p:nvSpPr>
        <p:spPr>
          <a:xfrm>
            <a:off x="2850699" y="3771900"/>
            <a:ext cx="326574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84" name="22-84">
            <a:extLst>
              <a:ext uri="{FF2B5EF4-FFF2-40B4-BE49-F238E27FC236}">
                <a16:creationId xmlns:a16="http://schemas.microsoft.com/office/drawing/2014/main" id="{DD4072B4-B0D0-4BCF-A685-5F0FDE43AD60}"/>
              </a:ext>
            </a:extLst>
          </p:cNvPr>
          <p:cNvSpPr txBox="1">
            <a:spLocks noGrp="1"/>
          </p:cNvSpPr>
          <p:nvPr/>
        </p:nvSpPr>
        <p:spPr>
          <a:xfrm>
            <a:off x="2852604" y="3770471"/>
            <a:ext cx="322764" cy="88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6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85" name="圆通上中架-23-85">
            <a:extLst>
              <a:ext uri="{FF2B5EF4-FFF2-40B4-BE49-F238E27FC236}">
                <a16:creationId xmlns:a16="http://schemas.microsoft.com/office/drawing/2014/main" id="{BF4C0493-1149-4C5E-A75E-F99777C570D5}"/>
              </a:ext>
            </a:extLst>
          </p:cNvPr>
          <p:cNvSpPr>
            <a:spLocks noGrp="1"/>
          </p:cNvSpPr>
          <p:nvPr/>
        </p:nvSpPr>
        <p:spPr>
          <a:xfrm>
            <a:off x="3177273" y="3771900"/>
            <a:ext cx="326574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86" name="23-86">
            <a:extLst>
              <a:ext uri="{FF2B5EF4-FFF2-40B4-BE49-F238E27FC236}">
                <a16:creationId xmlns:a16="http://schemas.microsoft.com/office/drawing/2014/main" id="{7AC645CE-3A18-46B6-95D4-9E10BA2D9962}"/>
              </a:ext>
            </a:extLst>
          </p:cNvPr>
          <p:cNvSpPr txBox="1">
            <a:spLocks noGrp="1"/>
          </p:cNvSpPr>
          <p:nvPr/>
        </p:nvSpPr>
        <p:spPr>
          <a:xfrm>
            <a:off x="3179178" y="3770471"/>
            <a:ext cx="322764" cy="88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6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87" name="圆通上中架-24-87">
            <a:extLst>
              <a:ext uri="{FF2B5EF4-FFF2-40B4-BE49-F238E27FC236}">
                <a16:creationId xmlns:a16="http://schemas.microsoft.com/office/drawing/2014/main" id="{1152CCEA-A9C7-4F61-B727-9C7172F84B69}"/>
              </a:ext>
            </a:extLst>
          </p:cNvPr>
          <p:cNvSpPr>
            <a:spLocks noGrp="1"/>
          </p:cNvSpPr>
          <p:nvPr/>
        </p:nvSpPr>
        <p:spPr>
          <a:xfrm>
            <a:off x="3503847" y="3771900"/>
            <a:ext cx="326574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88" name="24-88">
            <a:extLst>
              <a:ext uri="{FF2B5EF4-FFF2-40B4-BE49-F238E27FC236}">
                <a16:creationId xmlns:a16="http://schemas.microsoft.com/office/drawing/2014/main" id="{D3F3FE9B-E236-4178-AB25-6C1C799848FA}"/>
              </a:ext>
            </a:extLst>
          </p:cNvPr>
          <p:cNvSpPr txBox="1">
            <a:spLocks noGrp="1"/>
          </p:cNvSpPr>
          <p:nvPr/>
        </p:nvSpPr>
        <p:spPr>
          <a:xfrm>
            <a:off x="3505752" y="3770471"/>
            <a:ext cx="322764" cy="88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6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89" name="圆通上中架-25-89">
            <a:extLst>
              <a:ext uri="{FF2B5EF4-FFF2-40B4-BE49-F238E27FC236}">
                <a16:creationId xmlns:a16="http://schemas.microsoft.com/office/drawing/2014/main" id="{AFEC36F9-CDA3-4C31-9DF7-0FD0BDFD776D}"/>
              </a:ext>
            </a:extLst>
          </p:cNvPr>
          <p:cNvSpPr>
            <a:spLocks noGrp="1"/>
          </p:cNvSpPr>
          <p:nvPr/>
        </p:nvSpPr>
        <p:spPr>
          <a:xfrm>
            <a:off x="3830422" y="3771900"/>
            <a:ext cx="326574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90" name="25-90">
            <a:extLst>
              <a:ext uri="{FF2B5EF4-FFF2-40B4-BE49-F238E27FC236}">
                <a16:creationId xmlns:a16="http://schemas.microsoft.com/office/drawing/2014/main" id="{2ADE1369-AC0E-49FB-91F6-42042873D10E}"/>
              </a:ext>
            </a:extLst>
          </p:cNvPr>
          <p:cNvSpPr txBox="1">
            <a:spLocks noGrp="1"/>
          </p:cNvSpPr>
          <p:nvPr/>
        </p:nvSpPr>
        <p:spPr>
          <a:xfrm>
            <a:off x="3832327" y="3770471"/>
            <a:ext cx="322764" cy="88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6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91" name="圆通下中架-20-91">
            <a:extLst>
              <a:ext uri="{FF2B5EF4-FFF2-40B4-BE49-F238E27FC236}">
                <a16:creationId xmlns:a16="http://schemas.microsoft.com/office/drawing/2014/main" id="{25D6B0D7-CD97-4A28-8F3A-5C0B337BCCF5}"/>
              </a:ext>
            </a:extLst>
          </p:cNvPr>
          <p:cNvSpPr>
            <a:spLocks noGrp="1"/>
          </p:cNvSpPr>
          <p:nvPr/>
        </p:nvSpPr>
        <p:spPr>
          <a:xfrm>
            <a:off x="2524125" y="4124325"/>
            <a:ext cx="326571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92" name="20-92">
            <a:extLst>
              <a:ext uri="{FF2B5EF4-FFF2-40B4-BE49-F238E27FC236}">
                <a16:creationId xmlns:a16="http://schemas.microsoft.com/office/drawing/2014/main" id="{9CA585F7-A00A-4907-BA6E-9B02A8F684D2}"/>
              </a:ext>
            </a:extLst>
          </p:cNvPr>
          <p:cNvSpPr txBox="1">
            <a:spLocks noGrp="1"/>
          </p:cNvSpPr>
          <p:nvPr/>
        </p:nvSpPr>
        <p:spPr>
          <a:xfrm>
            <a:off x="2526030" y="4122896"/>
            <a:ext cx="322761" cy="88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6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93" name="圆通下中架-19-93">
            <a:extLst>
              <a:ext uri="{FF2B5EF4-FFF2-40B4-BE49-F238E27FC236}">
                <a16:creationId xmlns:a16="http://schemas.microsoft.com/office/drawing/2014/main" id="{98786F53-BA68-4421-9935-030F915BB6FD}"/>
              </a:ext>
            </a:extLst>
          </p:cNvPr>
          <p:cNvSpPr>
            <a:spLocks noGrp="1"/>
          </p:cNvSpPr>
          <p:nvPr/>
        </p:nvSpPr>
        <p:spPr>
          <a:xfrm>
            <a:off x="2850696" y="4124325"/>
            <a:ext cx="326571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94" name="19-94">
            <a:extLst>
              <a:ext uri="{FF2B5EF4-FFF2-40B4-BE49-F238E27FC236}">
                <a16:creationId xmlns:a16="http://schemas.microsoft.com/office/drawing/2014/main" id="{BA47AC21-1B63-4543-BCA0-02606A40BFFC}"/>
              </a:ext>
            </a:extLst>
          </p:cNvPr>
          <p:cNvSpPr txBox="1">
            <a:spLocks noGrp="1"/>
          </p:cNvSpPr>
          <p:nvPr/>
        </p:nvSpPr>
        <p:spPr>
          <a:xfrm>
            <a:off x="2852601" y="4122896"/>
            <a:ext cx="322761" cy="88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6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95" name="圆通下中架-18-95">
            <a:extLst>
              <a:ext uri="{FF2B5EF4-FFF2-40B4-BE49-F238E27FC236}">
                <a16:creationId xmlns:a16="http://schemas.microsoft.com/office/drawing/2014/main" id="{42911560-941E-47C3-AF89-2B69005D87EF}"/>
              </a:ext>
            </a:extLst>
          </p:cNvPr>
          <p:cNvSpPr>
            <a:spLocks noGrp="1"/>
          </p:cNvSpPr>
          <p:nvPr/>
        </p:nvSpPr>
        <p:spPr>
          <a:xfrm>
            <a:off x="3177268" y="4124325"/>
            <a:ext cx="326571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96" name="18-96">
            <a:extLst>
              <a:ext uri="{FF2B5EF4-FFF2-40B4-BE49-F238E27FC236}">
                <a16:creationId xmlns:a16="http://schemas.microsoft.com/office/drawing/2014/main" id="{EEF4EB3F-758A-47CF-9998-B4837EA0DE52}"/>
              </a:ext>
            </a:extLst>
          </p:cNvPr>
          <p:cNvSpPr txBox="1">
            <a:spLocks noGrp="1"/>
          </p:cNvSpPr>
          <p:nvPr/>
        </p:nvSpPr>
        <p:spPr>
          <a:xfrm>
            <a:off x="3179173" y="4122896"/>
            <a:ext cx="322761" cy="88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6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97" name="圆通下中架-17-97">
            <a:extLst>
              <a:ext uri="{FF2B5EF4-FFF2-40B4-BE49-F238E27FC236}">
                <a16:creationId xmlns:a16="http://schemas.microsoft.com/office/drawing/2014/main" id="{1E4114D6-D8B2-4906-AC0F-A7372F5BE080}"/>
              </a:ext>
            </a:extLst>
          </p:cNvPr>
          <p:cNvSpPr>
            <a:spLocks noGrp="1"/>
          </p:cNvSpPr>
          <p:nvPr/>
        </p:nvSpPr>
        <p:spPr>
          <a:xfrm>
            <a:off x="3503839" y="4124325"/>
            <a:ext cx="326571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98" name="17-98">
            <a:extLst>
              <a:ext uri="{FF2B5EF4-FFF2-40B4-BE49-F238E27FC236}">
                <a16:creationId xmlns:a16="http://schemas.microsoft.com/office/drawing/2014/main" id="{95E18D37-1568-4472-9CCA-90E93A462488}"/>
              </a:ext>
            </a:extLst>
          </p:cNvPr>
          <p:cNvSpPr txBox="1">
            <a:spLocks noGrp="1"/>
          </p:cNvSpPr>
          <p:nvPr/>
        </p:nvSpPr>
        <p:spPr>
          <a:xfrm>
            <a:off x="3505744" y="4122896"/>
            <a:ext cx="322761" cy="88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6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99" name="圆通下中架-16-99">
            <a:extLst>
              <a:ext uri="{FF2B5EF4-FFF2-40B4-BE49-F238E27FC236}">
                <a16:creationId xmlns:a16="http://schemas.microsoft.com/office/drawing/2014/main" id="{7CEE757B-2580-42FD-B229-CEEEEC1684CD}"/>
              </a:ext>
            </a:extLst>
          </p:cNvPr>
          <p:cNvSpPr>
            <a:spLocks noGrp="1"/>
          </p:cNvSpPr>
          <p:nvPr/>
        </p:nvSpPr>
        <p:spPr>
          <a:xfrm>
            <a:off x="3830411" y="4124325"/>
            <a:ext cx="326571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100" name="16-100">
            <a:extLst>
              <a:ext uri="{FF2B5EF4-FFF2-40B4-BE49-F238E27FC236}">
                <a16:creationId xmlns:a16="http://schemas.microsoft.com/office/drawing/2014/main" id="{0CA1CE71-8282-446F-860A-0FD4687E088D}"/>
              </a:ext>
            </a:extLst>
          </p:cNvPr>
          <p:cNvSpPr txBox="1">
            <a:spLocks noGrp="1"/>
          </p:cNvSpPr>
          <p:nvPr/>
        </p:nvSpPr>
        <p:spPr>
          <a:xfrm>
            <a:off x="3832316" y="4122896"/>
            <a:ext cx="322761" cy="88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6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101" name="圆通下中架-15-101">
            <a:extLst>
              <a:ext uri="{FF2B5EF4-FFF2-40B4-BE49-F238E27FC236}">
                <a16:creationId xmlns:a16="http://schemas.microsoft.com/office/drawing/2014/main" id="{E236D28C-4FA3-4318-BA8D-4EB83D13EA73}"/>
              </a:ext>
            </a:extLst>
          </p:cNvPr>
          <p:cNvSpPr>
            <a:spLocks noGrp="1"/>
          </p:cNvSpPr>
          <p:nvPr/>
        </p:nvSpPr>
        <p:spPr>
          <a:xfrm>
            <a:off x="4156982" y="4124325"/>
            <a:ext cx="326571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102" name="15-102">
            <a:extLst>
              <a:ext uri="{FF2B5EF4-FFF2-40B4-BE49-F238E27FC236}">
                <a16:creationId xmlns:a16="http://schemas.microsoft.com/office/drawing/2014/main" id="{0703C58E-AB2A-4166-9A17-597927728974}"/>
              </a:ext>
            </a:extLst>
          </p:cNvPr>
          <p:cNvSpPr txBox="1">
            <a:spLocks noGrp="1"/>
          </p:cNvSpPr>
          <p:nvPr/>
        </p:nvSpPr>
        <p:spPr>
          <a:xfrm>
            <a:off x="4158887" y="4122896"/>
            <a:ext cx="322761" cy="88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6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103" name="圆通下中架-14-103">
            <a:extLst>
              <a:ext uri="{FF2B5EF4-FFF2-40B4-BE49-F238E27FC236}">
                <a16:creationId xmlns:a16="http://schemas.microsoft.com/office/drawing/2014/main" id="{5C3B103D-676D-464F-91B9-21112332B44F}"/>
              </a:ext>
            </a:extLst>
          </p:cNvPr>
          <p:cNvSpPr>
            <a:spLocks noGrp="1"/>
          </p:cNvSpPr>
          <p:nvPr/>
        </p:nvSpPr>
        <p:spPr>
          <a:xfrm>
            <a:off x="4483554" y="4124325"/>
            <a:ext cx="326571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104" name="14-104">
            <a:extLst>
              <a:ext uri="{FF2B5EF4-FFF2-40B4-BE49-F238E27FC236}">
                <a16:creationId xmlns:a16="http://schemas.microsoft.com/office/drawing/2014/main" id="{C5AA5640-DBB0-4A4E-A75C-6ACA6172E117}"/>
              </a:ext>
            </a:extLst>
          </p:cNvPr>
          <p:cNvSpPr txBox="1">
            <a:spLocks noGrp="1"/>
          </p:cNvSpPr>
          <p:nvPr/>
        </p:nvSpPr>
        <p:spPr>
          <a:xfrm>
            <a:off x="4485459" y="4122896"/>
            <a:ext cx="322761" cy="88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6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105" name="圆通下中架-7-105">
            <a:extLst>
              <a:ext uri="{FF2B5EF4-FFF2-40B4-BE49-F238E27FC236}">
                <a16:creationId xmlns:a16="http://schemas.microsoft.com/office/drawing/2014/main" id="{F6A9C37A-724F-4484-B167-5CC55D7903EE}"/>
              </a:ext>
            </a:extLst>
          </p:cNvPr>
          <p:cNvSpPr>
            <a:spLocks noGrp="1"/>
          </p:cNvSpPr>
          <p:nvPr/>
        </p:nvSpPr>
        <p:spPr>
          <a:xfrm>
            <a:off x="2524125" y="4210050"/>
            <a:ext cx="326571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106" name="7-106">
            <a:extLst>
              <a:ext uri="{FF2B5EF4-FFF2-40B4-BE49-F238E27FC236}">
                <a16:creationId xmlns:a16="http://schemas.microsoft.com/office/drawing/2014/main" id="{DB8CD0DC-872F-4B14-A536-0762FA54D734}"/>
              </a:ext>
            </a:extLst>
          </p:cNvPr>
          <p:cNvSpPr txBox="1">
            <a:spLocks noGrp="1"/>
          </p:cNvSpPr>
          <p:nvPr/>
        </p:nvSpPr>
        <p:spPr>
          <a:xfrm>
            <a:off x="2526030" y="4208621"/>
            <a:ext cx="322761" cy="88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6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07" name="圆通下中架-8-107">
            <a:extLst>
              <a:ext uri="{FF2B5EF4-FFF2-40B4-BE49-F238E27FC236}">
                <a16:creationId xmlns:a16="http://schemas.microsoft.com/office/drawing/2014/main" id="{FCE0DC70-BE7A-4711-B8E7-C96746CE477E}"/>
              </a:ext>
            </a:extLst>
          </p:cNvPr>
          <p:cNvSpPr>
            <a:spLocks noGrp="1"/>
          </p:cNvSpPr>
          <p:nvPr/>
        </p:nvSpPr>
        <p:spPr>
          <a:xfrm>
            <a:off x="2850696" y="4210050"/>
            <a:ext cx="326571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108" name="8-108">
            <a:extLst>
              <a:ext uri="{FF2B5EF4-FFF2-40B4-BE49-F238E27FC236}">
                <a16:creationId xmlns:a16="http://schemas.microsoft.com/office/drawing/2014/main" id="{F1EC2D25-2BEC-4883-B9D1-821A0023E668}"/>
              </a:ext>
            </a:extLst>
          </p:cNvPr>
          <p:cNvSpPr txBox="1">
            <a:spLocks noGrp="1"/>
          </p:cNvSpPr>
          <p:nvPr/>
        </p:nvSpPr>
        <p:spPr>
          <a:xfrm>
            <a:off x="2852601" y="4208621"/>
            <a:ext cx="322761" cy="88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6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09" name="圆通下中架-9-109">
            <a:extLst>
              <a:ext uri="{FF2B5EF4-FFF2-40B4-BE49-F238E27FC236}">
                <a16:creationId xmlns:a16="http://schemas.microsoft.com/office/drawing/2014/main" id="{8E1D2D35-FD8D-4078-8172-CD60285B429D}"/>
              </a:ext>
            </a:extLst>
          </p:cNvPr>
          <p:cNvSpPr>
            <a:spLocks noGrp="1"/>
          </p:cNvSpPr>
          <p:nvPr/>
        </p:nvSpPr>
        <p:spPr>
          <a:xfrm>
            <a:off x="3177268" y="4210050"/>
            <a:ext cx="326571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110" name="9-110">
            <a:extLst>
              <a:ext uri="{FF2B5EF4-FFF2-40B4-BE49-F238E27FC236}">
                <a16:creationId xmlns:a16="http://schemas.microsoft.com/office/drawing/2014/main" id="{ED912951-F9C6-4C73-B4F5-215F427C23EE}"/>
              </a:ext>
            </a:extLst>
          </p:cNvPr>
          <p:cNvSpPr txBox="1">
            <a:spLocks noGrp="1"/>
          </p:cNvSpPr>
          <p:nvPr/>
        </p:nvSpPr>
        <p:spPr>
          <a:xfrm>
            <a:off x="3179173" y="4208621"/>
            <a:ext cx="322761" cy="88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6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11" name="圆通下中架-10-111">
            <a:extLst>
              <a:ext uri="{FF2B5EF4-FFF2-40B4-BE49-F238E27FC236}">
                <a16:creationId xmlns:a16="http://schemas.microsoft.com/office/drawing/2014/main" id="{592EDA7C-9125-4D57-A6CF-A02361209281}"/>
              </a:ext>
            </a:extLst>
          </p:cNvPr>
          <p:cNvSpPr>
            <a:spLocks noGrp="1"/>
          </p:cNvSpPr>
          <p:nvPr/>
        </p:nvSpPr>
        <p:spPr>
          <a:xfrm>
            <a:off x="3503839" y="4210050"/>
            <a:ext cx="326571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112" name="10-112">
            <a:extLst>
              <a:ext uri="{FF2B5EF4-FFF2-40B4-BE49-F238E27FC236}">
                <a16:creationId xmlns:a16="http://schemas.microsoft.com/office/drawing/2014/main" id="{949B619A-A2B7-47D0-BF20-B014F4EF6297}"/>
              </a:ext>
            </a:extLst>
          </p:cNvPr>
          <p:cNvSpPr txBox="1">
            <a:spLocks noGrp="1"/>
          </p:cNvSpPr>
          <p:nvPr/>
        </p:nvSpPr>
        <p:spPr>
          <a:xfrm>
            <a:off x="3505744" y="4208621"/>
            <a:ext cx="322761" cy="88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6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13" name="圆通下中架-11-113">
            <a:extLst>
              <a:ext uri="{FF2B5EF4-FFF2-40B4-BE49-F238E27FC236}">
                <a16:creationId xmlns:a16="http://schemas.microsoft.com/office/drawing/2014/main" id="{E7770FBD-E8E4-4FE1-AB16-37814E2B494D}"/>
              </a:ext>
            </a:extLst>
          </p:cNvPr>
          <p:cNvSpPr>
            <a:spLocks noGrp="1"/>
          </p:cNvSpPr>
          <p:nvPr/>
        </p:nvSpPr>
        <p:spPr>
          <a:xfrm>
            <a:off x="3830411" y="4210050"/>
            <a:ext cx="326571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114" name="11-114">
            <a:extLst>
              <a:ext uri="{FF2B5EF4-FFF2-40B4-BE49-F238E27FC236}">
                <a16:creationId xmlns:a16="http://schemas.microsoft.com/office/drawing/2014/main" id="{DDA1AE3C-BFC5-4EBC-A882-CC23DE15CA37}"/>
              </a:ext>
            </a:extLst>
          </p:cNvPr>
          <p:cNvSpPr txBox="1">
            <a:spLocks noGrp="1"/>
          </p:cNvSpPr>
          <p:nvPr/>
        </p:nvSpPr>
        <p:spPr>
          <a:xfrm>
            <a:off x="3832316" y="4208621"/>
            <a:ext cx="322761" cy="88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6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15" name="圆通下中架-12-115">
            <a:extLst>
              <a:ext uri="{FF2B5EF4-FFF2-40B4-BE49-F238E27FC236}">
                <a16:creationId xmlns:a16="http://schemas.microsoft.com/office/drawing/2014/main" id="{A3537B5A-5863-440C-BDCB-864D90DC4BF3}"/>
              </a:ext>
            </a:extLst>
          </p:cNvPr>
          <p:cNvSpPr>
            <a:spLocks noGrp="1"/>
          </p:cNvSpPr>
          <p:nvPr/>
        </p:nvSpPr>
        <p:spPr>
          <a:xfrm>
            <a:off x="4156982" y="4210050"/>
            <a:ext cx="326571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116" name="12-116">
            <a:extLst>
              <a:ext uri="{FF2B5EF4-FFF2-40B4-BE49-F238E27FC236}">
                <a16:creationId xmlns:a16="http://schemas.microsoft.com/office/drawing/2014/main" id="{895E9E7D-2476-4341-A75E-246886DF0D04}"/>
              </a:ext>
            </a:extLst>
          </p:cNvPr>
          <p:cNvSpPr txBox="1">
            <a:spLocks noGrp="1"/>
          </p:cNvSpPr>
          <p:nvPr/>
        </p:nvSpPr>
        <p:spPr>
          <a:xfrm>
            <a:off x="4158887" y="4208621"/>
            <a:ext cx="322761" cy="88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6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17" name="圆通下中架-13-117">
            <a:extLst>
              <a:ext uri="{FF2B5EF4-FFF2-40B4-BE49-F238E27FC236}">
                <a16:creationId xmlns:a16="http://schemas.microsoft.com/office/drawing/2014/main" id="{BF7B2C3B-B17E-4352-8B33-D60EFF204CE0}"/>
              </a:ext>
            </a:extLst>
          </p:cNvPr>
          <p:cNvSpPr>
            <a:spLocks noGrp="1"/>
          </p:cNvSpPr>
          <p:nvPr/>
        </p:nvSpPr>
        <p:spPr>
          <a:xfrm>
            <a:off x="4483554" y="4210050"/>
            <a:ext cx="326571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118" name="13-118">
            <a:extLst>
              <a:ext uri="{FF2B5EF4-FFF2-40B4-BE49-F238E27FC236}">
                <a16:creationId xmlns:a16="http://schemas.microsoft.com/office/drawing/2014/main" id="{CA881E79-668B-4DB9-8750-5F57E6B7D4FA}"/>
              </a:ext>
            </a:extLst>
          </p:cNvPr>
          <p:cNvSpPr txBox="1">
            <a:spLocks noGrp="1"/>
          </p:cNvSpPr>
          <p:nvPr/>
        </p:nvSpPr>
        <p:spPr>
          <a:xfrm>
            <a:off x="4485459" y="4208621"/>
            <a:ext cx="322761" cy="88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6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119" name="圆通南架-6-119">
            <a:extLst>
              <a:ext uri="{FF2B5EF4-FFF2-40B4-BE49-F238E27FC236}">
                <a16:creationId xmlns:a16="http://schemas.microsoft.com/office/drawing/2014/main" id="{C8BB8ED9-AFB0-46A6-BE19-064A9EC12173}"/>
              </a:ext>
            </a:extLst>
          </p:cNvPr>
          <p:cNvSpPr>
            <a:spLocks noGrp="1"/>
          </p:cNvSpPr>
          <p:nvPr/>
        </p:nvSpPr>
        <p:spPr>
          <a:xfrm>
            <a:off x="2333625" y="4552950"/>
            <a:ext cx="363538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120" name="6-120">
            <a:extLst>
              <a:ext uri="{FF2B5EF4-FFF2-40B4-BE49-F238E27FC236}">
                <a16:creationId xmlns:a16="http://schemas.microsoft.com/office/drawing/2014/main" id="{88EE5F4B-A3A4-465D-B5FE-C91036D735A9}"/>
              </a:ext>
            </a:extLst>
          </p:cNvPr>
          <p:cNvSpPr txBox="1">
            <a:spLocks noGrp="1"/>
          </p:cNvSpPr>
          <p:nvPr/>
        </p:nvSpPr>
        <p:spPr>
          <a:xfrm>
            <a:off x="2335530" y="4551521"/>
            <a:ext cx="359728" cy="88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6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21" name="圆通南架-5-121">
            <a:extLst>
              <a:ext uri="{FF2B5EF4-FFF2-40B4-BE49-F238E27FC236}">
                <a16:creationId xmlns:a16="http://schemas.microsoft.com/office/drawing/2014/main" id="{ECC6C316-D5E3-4A2A-9B2C-01DC0B818E63}"/>
              </a:ext>
            </a:extLst>
          </p:cNvPr>
          <p:cNvSpPr>
            <a:spLocks noGrp="1"/>
          </p:cNvSpPr>
          <p:nvPr/>
        </p:nvSpPr>
        <p:spPr>
          <a:xfrm>
            <a:off x="2697163" y="4552950"/>
            <a:ext cx="363538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122" name="5-122">
            <a:extLst>
              <a:ext uri="{FF2B5EF4-FFF2-40B4-BE49-F238E27FC236}">
                <a16:creationId xmlns:a16="http://schemas.microsoft.com/office/drawing/2014/main" id="{85186922-128C-40C0-A5AE-B643BE690D99}"/>
              </a:ext>
            </a:extLst>
          </p:cNvPr>
          <p:cNvSpPr txBox="1">
            <a:spLocks noGrp="1"/>
          </p:cNvSpPr>
          <p:nvPr/>
        </p:nvSpPr>
        <p:spPr>
          <a:xfrm>
            <a:off x="2699068" y="4551521"/>
            <a:ext cx="359728" cy="88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6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23" name="圆通南架-4-123">
            <a:extLst>
              <a:ext uri="{FF2B5EF4-FFF2-40B4-BE49-F238E27FC236}">
                <a16:creationId xmlns:a16="http://schemas.microsoft.com/office/drawing/2014/main" id="{A4D128A4-82AC-4040-BFBF-2CAA56810DFD}"/>
              </a:ext>
            </a:extLst>
          </p:cNvPr>
          <p:cNvSpPr>
            <a:spLocks noGrp="1"/>
          </p:cNvSpPr>
          <p:nvPr/>
        </p:nvSpPr>
        <p:spPr>
          <a:xfrm>
            <a:off x="3060700" y="4552950"/>
            <a:ext cx="363538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124" name="4-124">
            <a:extLst>
              <a:ext uri="{FF2B5EF4-FFF2-40B4-BE49-F238E27FC236}">
                <a16:creationId xmlns:a16="http://schemas.microsoft.com/office/drawing/2014/main" id="{5705A337-43BD-4D04-B152-5AA003384C34}"/>
              </a:ext>
            </a:extLst>
          </p:cNvPr>
          <p:cNvSpPr txBox="1">
            <a:spLocks noGrp="1"/>
          </p:cNvSpPr>
          <p:nvPr/>
        </p:nvSpPr>
        <p:spPr>
          <a:xfrm>
            <a:off x="3062605" y="4551521"/>
            <a:ext cx="359728" cy="88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6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5" name="圆通南架-3-125">
            <a:extLst>
              <a:ext uri="{FF2B5EF4-FFF2-40B4-BE49-F238E27FC236}">
                <a16:creationId xmlns:a16="http://schemas.microsoft.com/office/drawing/2014/main" id="{2E70983A-7E7D-4848-AEA4-EA1D2A7ABD8B}"/>
              </a:ext>
            </a:extLst>
          </p:cNvPr>
          <p:cNvSpPr>
            <a:spLocks noGrp="1"/>
          </p:cNvSpPr>
          <p:nvPr/>
        </p:nvSpPr>
        <p:spPr>
          <a:xfrm>
            <a:off x="3424238" y="4552950"/>
            <a:ext cx="363538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126" name="3-126">
            <a:extLst>
              <a:ext uri="{FF2B5EF4-FFF2-40B4-BE49-F238E27FC236}">
                <a16:creationId xmlns:a16="http://schemas.microsoft.com/office/drawing/2014/main" id="{C0D10984-892D-4329-BFA3-8593DDB63B49}"/>
              </a:ext>
            </a:extLst>
          </p:cNvPr>
          <p:cNvSpPr txBox="1">
            <a:spLocks noGrp="1"/>
          </p:cNvSpPr>
          <p:nvPr/>
        </p:nvSpPr>
        <p:spPr>
          <a:xfrm>
            <a:off x="3426143" y="4551521"/>
            <a:ext cx="359728" cy="88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6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7" name="圆通南架-2-127">
            <a:extLst>
              <a:ext uri="{FF2B5EF4-FFF2-40B4-BE49-F238E27FC236}">
                <a16:creationId xmlns:a16="http://schemas.microsoft.com/office/drawing/2014/main" id="{934CADCA-1105-4506-90E0-0352F04EEBF4}"/>
              </a:ext>
            </a:extLst>
          </p:cNvPr>
          <p:cNvSpPr>
            <a:spLocks noGrp="1"/>
          </p:cNvSpPr>
          <p:nvPr/>
        </p:nvSpPr>
        <p:spPr>
          <a:xfrm>
            <a:off x="3787775" y="4552950"/>
            <a:ext cx="363538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128" name="2-128">
            <a:extLst>
              <a:ext uri="{FF2B5EF4-FFF2-40B4-BE49-F238E27FC236}">
                <a16:creationId xmlns:a16="http://schemas.microsoft.com/office/drawing/2014/main" id="{FDF34ECC-A408-44DA-9B9F-2B564FF11BF6}"/>
              </a:ext>
            </a:extLst>
          </p:cNvPr>
          <p:cNvSpPr txBox="1">
            <a:spLocks noGrp="1"/>
          </p:cNvSpPr>
          <p:nvPr/>
        </p:nvSpPr>
        <p:spPr>
          <a:xfrm>
            <a:off x="3789680" y="4551521"/>
            <a:ext cx="359728" cy="88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6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9" name="圆通南架-1-129">
            <a:extLst>
              <a:ext uri="{FF2B5EF4-FFF2-40B4-BE49-F238E27FC236}">
                <a16:creationId xmlns:a16="http://schemas.microsoft.com/office/drawing/2014/main" id="{6E51D79D-6523-4B3B-AAC5-2F479C4E6323}"/>
              </a:ext>
            </a:extLst>
          </p:cNvPr>
          <p:cNvSpPr>
            <a:spLocks noGrp="1"/>
          </p:cNvSpPr>
          <p:nvPr/>
        </p:nvSpPr>
        <p:spPr>
          <a:xfrm>
            <a:off x="4151313" y="4552950"/>
            <a:ext cx="363538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130" name="1-130">
            <a:extLst>
              <a:ext uri="{FF2B5EF4-FFF2-40B4-BE49-F238E27FC236}">
                <a16:creationId xmlns:a16="http://schemas.microsoft.com/office/drawing/2014/main" id="{FF334466-7110-4100-B7F0-3C7B986A1DCA}"/>
              </a:ext>
            </a:extLst>
          </p:cNvPr>
          <p:cNvSpPr txBox="1">
            <a:spLocks noGrp="1"/>
          </p:cNvSpPr>
          <p:nvPr/>
        </p:nvSpPr>
        <p:spPr>
          <a:xfrm>
            <a:off x="4153217" y="4551521"/>
            <a:ext cx="359728" cy="88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6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1" name="圆通南架-60-131">
            <a:extLst>
              <a:ext uri="{FF2B5EF4-FFF2-40B4-BE49-F238E27FC236}">
                <a16:creationId xmlns:a16="http://schemas.microsoft.com/office/drawing/2014/main" id="{ECF166F7-E5FD-47D2-B258-4B13210D0C2A}"/>
              </a:ext>
            </a:extLst>
          </p:cNvPr>
          <p:cNvSpPr>
            <a:spLocks noGrp="1"/>
          </p:cNvSpPr>
          <p:nvPr/>
        </p:nvSpPr>
        <p:spPr>
          <a:xfrm>
            <a:off x="2333625" y="4638675"/>
            <a:ext cx="311604" cy="762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132" name="60-132">
            <a:extLst>
              <a:ext uri="{FF2B5EF4-FFF2-40B4-BE49-F238E27FC236}">
                <a16:creationId xmlns:a16="http://schemas.microsoft.com/office/drawing/2014/main" id="{A9EEAC96-CD0C-49B0-BCC8-43E3A7F5B584}"/>
              </a:ext>
            </a:extLst>
          </p:cNvPr>
          <p:cNvSpPr txBox="1">
            <a:spLocks noGrp="1"/>
          </p:cNvSpPr>
          <p:nvPr/>
        </p:nvSpPr>
        <p:spPr>
          <a:xfrm>
            <a:off x="2335530" y="4637246"/>
            <a:ext cx="307794" cy="790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33" name="圆通南架-61-133">
            <a:extLst>
              <a:ext uri="{FF2B5EF4-FFF2-40B4-BE49-F238E27FC236}">
                <a16:creationId xmlns:a16="http://schemas.microsoft.com/office/drawing/2014/main" id="{C0AA3A72-FFBF-4C00-AC7F-5CA43BCAEFBB}"/>
              </a:ext>
            </a:extLst>
          </p:cNvPr>
          <p:cNvSpPr>
            <a:spLocks noGrp="1"/>
          </p:cNvSpPr>
          <p:nvPr/>
        </p:nvSpPr>
        <p:spPr>
          <a:xfrm>
            <a:off x="2645229" y="4638675"/>
            <a:ext cx="311604" cy="762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134" name="61-134">
            <a:extLst>
              <a:ext uri="{FF2B5EF4-FFF2-40B4-BE49-F238E27FC236}">
                <a16:creationId xmlns:a16="http://schemas.microsoft.com/office/drawing/2014/main" id="{4C5F0203-7253-41BE-99ED-5143993043E1}"/>
              </a:ext>
            </a:extLst>
          </p:cNvPr>
          <p:cNvSpPr txBox="1">
            <a:spLocks noGrp="1"/>
          </p:cNvSpPr>
          <p:nvPr/>
        </p:nvSpPr>
        <p:spPr>
          <a:xfrm>
            <a:off x="2647134" y="4637246"/>
            <a:ext cx="307794" cy="790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61</a:t>
            </a:r>
          </a:p>
        </p:txBody>
      </p:sp>
      <p:sp>
        <p:nvSpPr>
          <p:cNvPr id="135" name="圆通南架-62-135">
            <a:extLst>
              <a:ext uri="{FF2B5EF4-FFF2-40B4-BE49-F238E27FC236}">
                <a16:creationId xmlns:a16="http://schemas.microsoft.com/office/drawing/2014/main" id="{6DB60540-B888-4AD7-8C00-F2ED71A02636}"/>
              </a:ext>
            </a:extLst>
          </p:cNvPr>
          <p:cNvSpPr>
            <a:spLocks noGrp="1"/>
          </p:cNvSpPr>
          <p:nvPr/>
        </p:nvSpPr>
        <p:spPr>
          <a:xfrm>
            <a:off x="2956832" y="4638675"/>
            <a:ext cx="311604" cy="762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136" name="62-136">
            <a:extLst>
              <a:ext uri="{FF2B5EF4-FFF2-40B4-BE49-F238E27FC236}">
                <a16:creationId xmlns:a16="http://schemas.microsoft.com/office/drawing/2014/main" id="{11612EB8-2C48-4AF6-90D6-2D3A61D9689E}"/>
              </a:ext>
            </a:extLst>
          </p:cNvPr>
          <p:cNvSpPr txBox="1">
            <a:spLocks noGrp="1"/>
          </p:cNvSpPr>
          <p:nvPr/>
        </p:nvSpPr>
        <p:spPr>
          <a:xfrm>
            <a:off x="2958737" y="4637246"/>
            <a:ext cx="307794" cy="790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62</a:t>
            </a:r>
          </a:p>
        </p:txBody>
      </p:sp>
      <p:sp>
        <p:nvSpPr>
          <p:cNvPr id="137" name="圆通南架-63-137">
            <a:extLst>
              <a:ext uri="{FF2B5EF4-FFF2-40B4-BE49-F238E27FC236}">
                <a16:creationId xmlns:a16="http://schemas.microsoft.com/office/drawing/2014/main" id="{EEF9B106-FD08-4B81-A5FD-BEBA7B1FB52F}"/>
              </a:ext>
            </a:extLst>
          </p:cNvPr>
          <p:cNvSpPr>
            <a:spLocks noGrp="1"/>
          </p:cNvSpPr>
          <p:nvPr/>
        </p:nvSpPr>
        <p:spPr>
          <a:xfrm>
            <a:off x="3268436" y="4638675"/>
            <a:ext cx="311604" cy="762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138" name="63-138">
            <a:extLst>
              <a:ext uri="{FF2B5EF4-FFF2-40B4-BE49-F238E27FC236}">
                <a16:creationId xmlns:a16="http://schemas.microsoft.com/office/drawing/2014/main" id="{FE52800D-BD2D-4078-9434-78736A4C3A2D}"/>
              </a:ext>
            </a:extLst>
          </p:cNvPr>
          <p:cNvSpPr txBox="1">
            <a:spLocks noGrp="1"/>
          </p:cNvSpPr>
          <p:nvPr/>
        </p:nvSpPr>
        <p:spPr>
          <a:xfrm>
            <a:off x="3270341" y="4637246"/>
            <a:ext cx="307794" cy="790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63</a:t>
            </a:r>
          </a:p>
        </p:txBody>
      </p:sp>
      <p:sp>
        <p:nvSpPr>
          <p:cNvPr id="139" name="圆通南架-64-139">
            <a:extLst>
              <a:ext uri="{FF2B5EF4-FFF2-40B4-BE49-F238E27FC236}">
                <a16:creationId xmlns:a16="http://schemas.microsoft.com/office/drawing/2014/main" id="{A4032F2E-3E24-4B0C-AA58-303871228B0F}"/>
              </a:ext>
            </a:extLst>
          </p:cNvPr>
          <p:cNvSpPr>
            <a:spLocks noGrp="1"/>
          </p:cNvSpPr>
          <p:nvPr/>
        </p:nvSpPr>
        <p:spPr>
          <a:xfrm>
            <a:off x="3580039" y="4638675"/>
            <a:ext cx="311604" cy="762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140" name="64-140">
            <a:extLst>
              <a:ext uri="{FF2B5EF4-FFF2-40B4-BE49-F238E27FC236}">
                <a16:creationId xmlns:a16="http://schemas.microsoft.com/office/drawing/2014/main" id="{E5AF73A5-D0DA-4E47-BD75-8680B4FE2509}"/>
              </a:ext>
            </a:extLst>
          </p:cNvPr>
          <p:cNvSpPr txBox="1">
            <a:spLocks noGrp="1"/>
          </p:cNvSpPr>
          <p:nvPr/>
        </p:nvSpPr>
        <p:spPr>
          <a:xfrm>
            <a:off x="3581944" y="4637246"/>
            <a:ext cx="307794" cy="790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64</a:t>
            </a:r>
          </a:p>
        </p:txBody>
      </p:sp>
      <p:sp>
        <p:nvSpPr>
          <p:cNvPr id="141" name="圆通南架-65-141">
            <a:extLst>
              <a:ext uri="{FF2B5EF4-FFF2-40B4-BE49-F238E27FC236}">
                <a16:creationId xmlns:a16="http://schemas.microsoft.com/office/drawing/2014/main" id="{7A35775E-8259-46EF-A90C-B0FCB4FE348E}"/>
              </a:ext>
            </a:extLst>
          </p:cNvPr>
          <p:cNvSpPr>
            <a:spLocks noGrp="1"/>
          </p:cNvSpPr>
          <p:nvPr/>
        </p:nvSpPr>
        <p:spPr>
          <a:xfrm>
            <a:off x="3891643" y="4638675"/>
            <a:ext cx="311604" cy="762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142" name="65-142">
            <a:extLst>
              <a:ext uri="{FF2B5EF4-FFF2-40B4-BE49-F238E27FC236}">
                <a16:creationId xmlns:a16="http://schemas.microsoft.com/office/drawing/2014/main" id="{60C35DCE-8588-43DD-BA31-3DE07CE4FF64}"/>
              </a:ext>
            </a:extLst>
          </p:cNvPr>
          <p:cNvSpPr txBox="1">
            <a:spLocks noGrp="1"/>
          </p:cNvSpPr>
          <p:nvPr/>
        </p:nvSpPr>
        <p:spPr>
          <a:xfrm>
            <a:off x="3893548" y="4637246"/>
            <a:ext cx="307794" cy="790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65</a:t>
            </a:r>
          </a:p>
        </p:txBody>
      </p:sp>
      <p:sp>
        <p:nvSpPr>
          <p:cNvPr id="143" name="圆通南架-66-143">
            <a:extLst>
              <a:ext uri="{FF2B5EF4-FFF2-40B4-BE49-F238E27FC236}">
                <a16:creationId xmlns:a16="http://schemas.microsoft.com/office/drawing/2014/main" id="{7A04CEC7-288B-4A97-9773-64BC08DC838E}"/>
              </a:ext>
            </a:extLst>
          </p:cNvPr>
          <p:cNvSpPr>
            <a:spLocks noGrp="1"/>
          </p:cNvSpPr>
          <p:nvPr/>
        </p:nvSpPr>
        <p:spPr>
          <a:xfrm>
            <a:off x="4203246" y="4638675"/>
            <a:ext cx="311604" cy="762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144" name="66-144">
            <a:extLst>
              <a:ext uri="{FF2B5EF4-FFF2-40B4-BE49-F238E27FC236}">
                <a16:creationId xmlns:a16="http://schemas.microsoft.com/office/drawing/2014/main" id="{DCAE17BB-4515-4896-BD1E-D97F5437E495}"/>
              </a:ext>
            </a:extLst>
          </p:cNvPr>
          <p:cNvSpPr txBox="1">
            <a:spLocks noGrp="1"/>
          </p:cNvSpPr>
          <p:nvPr/>
        </p:nvSpPr>
        <p:spPr>
          <a:xfrm>
            <a:off x="4205151" y="4637246"/>
            <a:ext cx="307794" cy="790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66</a:t>
            </a:r>
          </a:p>
        </p:txBody>
      </p:sp>
      <p:sp>
        <p:nvSpPr>
          <p:cNvPr id="155" name="圆通 1–53-155">
            <a:extLst>
              <a:ext uri="{FF2B5EF4-FFF2-40B4-BE49-F238E27FC236}">
                <a16:creationId xmlns:a16="http://schemas.microsoft.com/office/drawing/2014/main" id="{D3A5BE22-AA70-41FB-A00D-4EAA4CF789C3}"/>
              </a:ext>
            </a:extLst>
          </p:cNvPr>
          <p:cNvSpPr txBox="1">
            <a:spLocks noGrp="1"/>
          </p:cNvSpPr>
          <p:nvPr/>
        </p:nvSpPr>
        <p:spPr>
          <a:xfrm>
            <a:off x="3638550" y="4295775"/>
            <a:ext cx="1209675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650" b="1" i="0" dirty="0" err="1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圆通</a:t>
            </a:r>
            <a:r>
              <a:rPr sz="1650" b="1" i="0" dirty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 1–5</a:t>
            </a:r>
            <a:r>
              <a:rPr lang="en-US" altLang="zh-CN" sz="1650" b="1" i="0" dirty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8</a:t>
            </a:r>
            <a:endParaRPr sz="1650" b="1" i="0" dirty="0">
              <a:solidFill>
                <a:srgbClr val="17151A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156" name="签收终端-156">
            <a:extLst>
              <a:ext uri="{FF2B5EF4-FFF2-40B4-BE49-F238E27FC236}">
                <a16:creationId xmlns:a16="http://schemas.microsoft.com/office/drawing/2014/main" id="{4FC8E8AD-77D4-41FF-9828-94B37E6D4EE4}"/>
              </a:ext>
            </a:extLst>
          </p:cNvPr>
          <p:cNvSpPr>
            <a:spLocks noGrp="1"/>
          </p:cNvSpPr>
          <p:nvPr/>
        </p:nvSpPr>
        <p:spPr>
          <a:xfrm>
            <a:off x="4495800" y="4514850"/>
            <a:ext cx="180975" cy="247650"/>
          </a:xfrm>
          <a:prstGeom prst="rect">
            <a:avLst/>
          </a:prstGeom>
          <a:solidFill>
            <a:srgbClr val="706B73"/>
          </a:solidFill>
          <a:ln w="6668">
            <a:solidFill>
              <a:srgbClr val="514D56"/>
            </a:solidFill>
          </a:ln>
        </p:spPr>
      </p:sp>
      <p:sp>
        <p:nvSpPr>
          <p:cNvPr id="157" name="终端屏幕-157">
            <a:extLst>
              <a:ext uri="{FF2B5EF4-FFF2-40B4-BE49-F238E27FC236}">
                <a16:creationId xmlns:a16="http://schemas.microsoft.com/office/drawing/2014/main" id="{D9A9C31E-D7D0-4EC4-80AF-4C6C3996F7B6}"/>
              </a:ext>
            </a:extLst>
          </p:cNvPr>
          <p:cNvSpPr>
            <a:spLocks noGrp="1"/>
          </p:cNvSpPr>
          <p:nvPr/>
        </p:nvSpPr>
        <p:spPr>
          <a:xfrm>
            <a:off x="4552950" y="4572000"/>
            <a:ext cx="57150" cy="123825"/>
          </a:xfrm>
          <a:prstGeom prst="rect">
            <a:avLst/>
          </a:prstGeom>
          <a:solidFill>
            <a:srgbClr val="F4F3F6"/>
          </a:solidFill>
          <a:ln w="0">
            <a:noFill/>
          </a:ln>
        </p:spPr>
      </p:sp>
      <p:sp>
        <p:nvSpPr>
          <p:cNvPr id="158" name="签收处-158">
            <a:extLst>
              <a:ext uri="{FF2B5EF4-FFF2-40B4-BE49-F238E27FC236}">
                <a16:creationId xmlns:a16="http://schemas.microsoft.com/office/drawing/2014/main" id="{72BEA0FF-40CA-442E-88F2-AF331D8B1872}"/>
              </a:ext>
            </a:extLst>
          </p:cNvPr>
          <p:cNvSpPr txBox="1">
            <a:spLocks noGrp="1"/>
          </p:cNvSpPr>
          <p:nvPr/>
        </p:nvSpPr>
        <p:spPr>
          <a:xfrm>
            <a:off x="4695825" y="4505325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0" i="0">
                <a:solidFill>
                  <a:srgbClr val="B75C56"/>
                </a:solidFill>
                <a:latin typeface="Songti SC"/>
                <a:ea typeface="Songti SC"/>
                <a:cs typeface="Songti SC"/>
              </a:defRPr>
            </a:pPr>
            <a:r>
              <a:rPr sz="1275" b="0" i="0">
                <a:solidFill>
                  <a:srgbClr val="B75C56"/>
                </a:solidFill>
                <a:latin typeface="Songti SC"/>
                <a:ea typeface="Songti SC"/>
                <a:cs typeface="Songti SC"/>
              </a:rPr>
              <a:t>签收处</a:t>
            </a:r>
          </a:p>
        </p:txBody>
      </p:sp>
      <p:sp>
        <p:nvSpPr>
          <p:cNvPr id="167" name="43-167">
            <a:extLst>
              <a:ext uri="{FF2B5EF4-FFF2-40B4-BE49-F238E27FC236}">
                <a16:creationId xmlns:a16="http://schemas.microsoft.com/office/drawing/2014/main" id="{27DC6350-8E4A-4F0D-B7C8-429F3CD0DB40}"/>
              </a:ext>
            </a:extLst>
          </p:cNvPr>
          <p:cNvSpPr>
            <a:spLocks noGrp="1"/>
          </p:cNvSpPr>
          <p:nvPr/>
        </p:nvSpPr>
        <p:spPr>
          <a:xfrm rot="5400000">
            <a:off x="2189798" y="5049203"/>
            <a:ext cx="163830" cy="1047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endParaRPr sz="600" b="0" i="0" dirty="0">
              <a:solidFill>
                <a:srgbClr val="315E7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邮政西架-45-170">
            <a:extLst>
              <a:ext uri="{FF2B5EF4-FFF2-40B4-BE49-F238E27FC236}">
                <a16:creationId xmlns:a16="http://schemas.microsoft.com/office/drawing/2014/main" id="{1D69B282-11EE-4868-8944-C5875B85FCB4}"/>
              </a:ext>
            </a:extLst>
          </p:cNvPr>
          <p:cNvSpPr>
            <a:spLocks noGrp="1"/>
          </p:cNvSpPr>
          <p:nvPr/>
        </p:nvSpPr>
        <p:spPr>
          <a:xfrm>
            <a:off x="2219325" y="5347335"/>
            <a:ext cx="104775" cy="16383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171" name="45-171">
            <a:extLst>
              <a:ext uri="{FF2B5EF4-FFF2-40B4-BE49-F238E27FC236}">
                <a16:creationId xmlns:a16="http://schemas.microsoft.com/office/drawing/2014/main" id="{76790075-7A4C-4B95-AE2F-2E55D5E10B59}"/>
              </a:ext>
            </a:extLst>
          </p:cNvPr>
          <p:cNvSpPr txBox="1">
            <a:spLocks noGrp="1"/>
          </p:cNvSpPr>
          <p:nvPr/>
        </p:nvSpPr>
        <p:spPr>
          <a:xfrm rot="5400000">
            <a:off x="2189798" y="5376863"/>
            <a:ext cx="163830" cy="1047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3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lang="en-US" sz="638" b="0" i="0" dirty="0">
                <a:solidFill>
                  <a:srgbClr val="315E7A"/>
                </a:solidFill>
                <a:latin typeface="Arial"/>
                <a:ea typeface="Arial"/>
                <a:cs typeface="Arial"/>
              </a:rPr>
              <a:t>73</a:t>
            </a:r>
            <a:endParaRPr sz="638" b="0" i="0" dirty="0">
              <a:solidFill>
                <a:srgbClr val="315E7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邮政西架-46-172">
            <a:extLst>
              <a:ext uri="{FF2B5EF4-FFF2-40B4-BE49-F238E27FC236}">
                <a16:creationId xmlns:a16="http://schemas.microsoft.com/office/drawing/2014/main" id="{FA2984A5-3F8E-418D-8070-65BF780F74B8}"/>
              </a:ext>
            </a:extLst>
          </p:cNvPr>
          <p:cNvSpPr>
            <a:spLocks noGrp="1"/>
          </p:cNvSpPr>
          <p:nvPr/>
        </p:nvSpPr>
        <p:spPr>
          <a:xfrm>
            <a:off x="2219325" y="5511165"/>
            <a:ext cx="104775" cy="16383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73" name="46-173">
            <a:extLst>
              <a:ext uri="{FF2B5EF4-FFF2-40B4-BE49-F238E27FC236}">
                <a16:creationId xmlns:a16="http://schemas.microsoft.com/office/drawing/2014/main" id="{6C659059-24EE-434B-9813-4D2D0338A941}"/>
              </a:ext>
            </a:extLst>
          </p:cNvPr>
          <p:cNvSpPr txBox="1">
            <a:spLocks noGrp="1"/>
          </p:cNvSpPr>
          <p:nvPr/>
        </p:nvSpPr>
        <p:spPr>
          <a:xfrm rot="5400000">
            <a:off x="2189798" y="5540693"/>
            <a:ext cx="163830" cy="1047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3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lang="en-US" sz="638" b="0" i="0" dirty="0">
                <a:solidFill>
                  <a:srgbClr val="315E7A"/>
                </a:solidFill>
                <a:latin typeface="Arial"/>
                <a:ea typeface="Arial"/>
                <a:cs typeface="Arial"/>
              </a:rPr>
              <a:t>74</a:t>
            </a:r>
            <a:endParaRPr sz="638" b="0" i="0" dirty="0">
              <a:solidFill>
                <a:srgbClr val="315E7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邮政西架-47-174">
            <a:extLst>
              <a:ext uri="{FF2B5EF4-FFF2-40B4-BE49-F238E27FC236}">
                <a16:creationId xmlns:a16="http://schemas.microsoft.com/office/drawing/2014/main" id="{474C768F-3365-408E-A447-B03032890B2C}"/>
              </a:ext>
            </a:extLst>
          </p:cNvPr>
          <p:cNvSpPr>
            <a:spLocks noGrp="1"/>
          </p:cNvSpPr>
          <p:nvPr/>
        </p:nvSpPr>
        <p:spPr>
          <a:xfrm>
            <a:off x="2219325" y="5674995"/>
            <a:ext cx="104775" cy="16383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175" name="47-175">
            <a:extLst>
              <a:ext uri="{FF2B5EF4-FFF2-40B4-BE49-F238E27FC236}">
                <a16:creationId xmlns:a16="http://schemas.microsoft.com/office/drawing/2014/main" id="{903E6B42-5F9B-4714-8B2E-0CFD0DB3619D}"/>
              </a:ext>
            </a:extLst>
          </p:cNvPr>
          <p:cNvSpPr txBox="1">
            <a:spLocks noGrp="1"/>
          </p:cNvSpPr>
          <p:nvPr/>
        </p:nvSpPr>
        <p:spPr>
          <a:xfrm rot="5400000">
            <a:off x="2189798" y="5704523"/>
            <a:ext cx="163830" cy="1047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3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lang="en-US" sz="638" b="0" i="0" dirty="0">
                <a:solidFill>
                  <a:srgbClr val="315E7A"/>
                </a:solidFill>
                <a:latin typeface="Arial"/>
                <a:ea typeface="Arial"/>
                <a:cs typeface="Arial"/>
              </a:rPr>
              <a:t>75</a:t>
            </a:r>
            <a:endParaRPr sz="638" b="0" i="0" dirty="0">
              <a:solidFill>
                <a:srgbClr val="315E7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7" name="邮政北架-194-177">
            <a:extLst>
              <a:ext uri="{FF2B5EF4-FFF2-40B4-BE49-F238E27FC236}">
                <a16:creationId xmlns:a16="http://schemas.microsoft.com/office/drawing/2014/main" id="{0BA46BCB-3A99-4CE8-AA52-A2E5C46E2C1D}"/>
              </a:ext>
            </a:extLst>
          </p:cNvPr>
          <p:cNvSpPr>
            <a:spLocks noGrp="1"/>
          </p:cNvSpPr>
          <p:nvPr/>
        </p:nvSpPr>
        <p:spPr>
          <a:xfrm rot="0">
            <a:off x="2828925" y="5029200"/>
            <a:ext cx="331470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178" name="194-178">
            <a:extLst>
              <a:ext uri="{FF2B5EF4-FFF2-40B4-BE49-F238E27FC236}">
                <a16:creationId xmlns:a16="http://schemas.microsoft.com/office/drawing/2014/main" id="{65E6EC69-967A-407C-B0B9-6D84A4E33C33}"/>
              </a:ext>
            </a:extLst>
          </p:cNvPr>
          <p:cNvSpPr txBox="1">
            <a:spLocks noGrp="1"/>
          </p:cNvSpPr>
          <p:nvPr/>
        </p:nvSpPr>
        <p:spPr>
          <a:xfrm rot="0">
            <a:off x="2828925" y="5029200"/>
            <a:ext cx="331470" cy="85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3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194</a:t>
            </a:r>
          </a:p>
        </p:txBody>
      </p:sp>
      <p:sp>
        <p:nvSpPr>
          <p:cNvPr id="179" name="邮政北架-193-179">
            <a:extLst>
              <a:ext uri="{FF2B5EF4-FFF2-40B4-BE49-F238E27FC236}">
                <a16:creationId xmlns:a16="http://schemas.microsoft.com/office/drawing/2014/main" id="{7C4F44B1-66D1-4EF7-B59E-EEAB250E6761}"/>
              </a:ext>
            </a:extLst>
          </p:cNvPr>
          <p:cNvSpPr>
            <a:spLocks noGrp="1"/>
          </p:cNvSpPr>
          <p:nvPr/>
        </p:nvSpPr>
        <p:spPr>
          <a:xfrm rot="0">
            <a:off x="3160395" y="5029200"/>
            <a:ext cx="331470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180" name="193-180">
            <a:extLst>
              <a:ext uri="{FF2B5EF4-FFF2-40B4-BE49-F238E27FC236}">
                <a16:creationId xmlns:a16="http://schemas.microsoft.com/office/drawing/2014/main" id="{E211FEB4-83CC-4CC6-A4CA-1C81052676E1}"/>
              </a:ext>
            </a:extLst>
          </p:cNvPr>
          <p:cNvSpPr txBox="1">
            <a:spLocks noGrp="1"/>
          </p:cNvSpPr>
          <p:nvPr/>
        </p:nvSpPr>
        <p:spPr>
          <a:xfrm rot="0">
            <a:off x="3160395" y="5029200"/>
            <a:ext cx="331470" cy="85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3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193</a:t>
            </a:r>
          </a:p>
        </p:txBody>
      </p:sp>
      <p:sp>
        <p:nvSpPr>
          <p:cNvPr id="181" name="邮政北架-192-181">
            <a:extLst>
              <a:ext uri="{FF2B5EF4-FFF2-40B4-BE49-F238E27FC236}">
                <a16:creationId xmlns:a16="http://schemas.microsoft.com/office/drawing/2014/main" id="{9E549FFD-A7B2-43D2-AFFB-3713C34755C4}"/>
              </a:ext>
            </a:extLst>
          </p:cNvPr>
          <p:cNvSpPr>
            <a:spLocks noGrp="1"/>
          </p:cNvSpPr>
          <p:nvPr/>
        </p:nvSpPr>
        <p:spPr>
          <a:xfrm rot="0">
            <a:off x="3491865" y="5029200"/>
            <a:ext cx="331470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182" name="192-182">
            <a:extLst>
              <a:ext uri="{FF2B5EF4-FFF2-40B4-BE49-F238E27FC236}">
                <a16:creationId xmlns:a16="http://schemas.microsoft.com/office/drawing/2014/main" id="{FF7699C9-7A49-4C23-ABA2-1FC97892BDFF}"/>
              </a:ext>
            </a:extLst>
          </p:cNvPr>
          <p:cNvSpPr txBox="1">
            <a:spLocks noGrp="1"/>
          </p:cNvSpPr>
          <p:nvPr/>
        </p:nvSpPr>
        <p:spPr>
          <a:xfrm rot="0">
            <a:off x="3491865" y="5029200"/>
            <a:ext cx="331470" cy="85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3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38" b="0" i="0" dirty="0">
                <a:solidFill>
                  <a:srgbClr val="315E7A"/>
                </a:solidFill>
                <a:latin typeface="Arial"/>
                <a:ea typeface="Arial"/>
                <a:cs typeface="Arial"/>
              </a:rPr>
              <a:t>192</a:t>
            </a:r>
          </a:p>
        </p:txBody>
      </p:sp>
      <p:sp>
        <p:nvSpPr>
          <p:cNvPr id="183" name="邮政北架-191-183">
            <a:extLst>
              <a:ext uri="{FF2B5EF4-FFF2-40B4-BE49-F238E27FC236}">
                <a16:creationId xmlns:a16="http://schemas.microsoft.com/office/drawing/2014/main" id="{F3FC6064-18A9-46EE-8092-3FBAAA5BDDA4}"/>
              </a:ext>
            </a:extLst>
          </p:cNvPr>
          <p:cNvSpPr>
            <a:spLocks noGrp="1"/>
          </p:cNvSpPr>
          <p:nvPr/>
        </p:nvSpPr>
        <p:spPr>
          <a:xfrm rot="0">
            <a:off x="3823335" y="5029200"/>
            <a:ext cx="331470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184" name="191-184">
            <a:extLst>
              <a:ext uri="{FF2B5EF4-FFF2-40B4-BE49-F238E27FC236}">
                <a16:creationId xmlns:a16="http://schemas.microsoft.com/office/drawing/2014/main" id="{78C21C0A-7C1F-42B5-A47E-32781A13E317}"/>
              </a:ext>
            </a:extLst>
          </p:cNvPr>
          <p:cNvSpPr txBox="1">
            <a:spLocks noGrp="1"/>
          </p:cNvSpPr>
          <p:nvPr/>
        </p:nvSpPr>
        <p:spPr>
          <a:xfrm rot="0">
            <a:off x="3823335" y="5029200"/>
            <a:ext cx="331470" cy="85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3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191</a:t>
            </a:r>
          </a:p>
        </p:txBody>
      </p:sp>
      <p:sp>
        <p:nvSpPr>
          <p:cNvPr id="185" name="邮政北架-190-185">
            <a:extLst>
              <a:ext uri="{FF2B5EF4-FFF2-40B4-BE49-F238E27FC236}">
                <a16:creationId xmlns:a16="http://schemas.microsoft.com/office/drawing/2014/main" id="{59EC7A21-242F-4C7D-8B3B-9E61085BC307}"/>
              </a:ext>
            </a:extLst>
          </p:cNvPr>
          <p:cNvSpPr>
            <a:spLocks noGrp="1"/>
          </p:cNvSpPr>
          <p:nvPr/>
        </p:nvSpPr>
        <p:spPr>
          <a:xfrm rot="0">
            <a:off x="4154805" y="5029200"/>
            <a:ext cx="331470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186" name="190-186">
            <a:extLst>
              <a:ext uri="{FF2B5EF4-FFF2-40B4-BE49-F238E27FC236}">
                <a16:creationId xmlns:a16="http://schemas.microsoft.com/office/drawing/2014/main" id="{FC68AA38-0428-47E1-AC0D-3DCD64F5C724}"/>
              </a:ext>
            </a:extLst>
          </p:cNvPr>
          <p:cNvSpPr txBox="1">
            <a:spLocks noGrp="1"/>
          </p:cNvSpPr>
          <p:nvPr/>
        </p:nvSpPr>
        <p:spPr>
          <a:xfrm rot="0">
            <a:off x="4154805" y="5029200"/>
            <a:ext cx="331470" cy="85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3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190</a:t>
            </a:r>
          </a:p>
        </p:txBody>
      </p:sp>
      <p:sp>
        <p:nvSpPr>
          <p:cNvPr id="187" name="邮政内架-189-187">
            <a:extLst>
              <a:ext uri="{FF2B5EF4-FFF2-40B4-BE49-F238E27FC236}">
                <a16:creationId xmlns:a16="http://schemas.microsoft.com/office/drawing/2014/main" id="{5387C987-C462-4578-A73E-82A4B943991A}"/>
              </a:ext>
            </a:extLst>
          </p:cNvPr>
          <p:cNvSpPr>
            <a:spLocks noGrp="1"/>
          </p:cNvSpPr>
          <p:nvPr/>
        </p:nvSpPr>
        <p:spPr>
          <a:xfrm rot="0">
            <a:off x="2724150" y="5114925"/>
            <a:ext cx="123825" cy="32766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8" name="189-188">
            <a:extLst>
              <a:ext uri="{FF2B5EF4-FFF2-40B4-BE49-F238E27FC236}">
                <a16:creationId xmlns:a16="http://schemas.microsoft.com/office/drawing/2014/main" id="{10EC671A-6FFE-4F8C-B937-B4EB57A8C22A}"/>
              </a:ext>
            </a:extLst>
          </p:cNvPr>
          <p:cNvSpPr txBox="1">
            <a:spLocks noGrp="1"/>
          </p:cNvSpPr>
          <p:nvPr/>
        </p:nvSpPr>
        <p:spPr>
          <a:xfrm rot="5400000">
            <a:off x="2622233" y="5216843"/>
            <a:ext cx="327660" cy="123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3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38" b="0" i="0" dirty="0">
                <a:solidFill>
                  <a:srgbClr val="315E7A"/>
                </a:solidFill>
                <a:latin typeface="Arial"/>
                <a:ea typeface="Arial"/>
                <a:cs typeface="Arial"/>
              </a:rPr>
              <a:t>18</a:t>
            </a:r>
            <a:r>
              <a:rPr lang="en-US" sz="638" dirty="0" b="0">
                <a:solidFill>
                  <a:srgbClr val="315E7A"/>
                </a:solidFill>
                <a:latin typeface="Arial"/>
                <a:ea typeface="Arial"/>
                <a:cs typeface="Arial"/>
              </a:rPr>
              <a:t>0</a:t>
            </a:r>
            <a:endParaRPr sz="638" b="0" i="0" dirty="0">
              <a:solidFill>
                <a:srgbClr val="315E7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9" name="邮政内架-188-189">
            <a:extLst>
              <a:ext uri="{FF2B5EF4-FFF2-40B4-BE49-F238E27FC236}">
                <a16:creationId xmlns:a16="http://schemas.microsoft.com/office/drawing/2014/main" id="{2CC3BEEB-A6F3-48D6-981B-F97CB44FA43B}"/>
              </a:ext>
            </a:extLst>
          </p:cNvPr>
          <p:cNvSpPr>
            <a:spLocks noGrp="1"/>
          </p:cNvSpPr>
          <p:nvPr/>
        </p:nvSpPr>
        <p:spPr>
          <a:xfrm rot="0">
            <a:off x="4133850" y="5286375"/>
            <a:ext cx="247650" cy="13335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90" name="188-190">
            <a:extLst>
              <a:ext uri="{FF2B5EF4-FFF2-40B4-BE49-F238E27FC236}">
                <a16:creationId xmlns:a16="http://schemas.microsoft.com/office/drawing/2014/main" id="{C9D2409A-641C-4D41-9D9D-7ED3920C4AAB}"/>
              </a:ext>
            </a:extLst>
          </p:cNvPr>
          <p:cNvSpPr>
            <a:spLocks noGrp="1"/>
          </p:cNvSpPr>
          <p:nvPr/>
        </p:nvSpPr>
        <p:spPr>
          <a:xfrm rot="5400000">
            <a:off x="4252913" y="5305425"/>
            <a:ext cx="219075" cy="95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endParaRPr sz="600" b="0" i="0" dirty="0">
              <a:solidFill>
                <a:srgbClr val="315E7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2" name="183-192">
            <a:extLst>
              <a:ext uri="{FF2B5EF4-FFF2-40B4-BE49-F238E27FC236}">
                <a16:creationId xmlns:a16="http://schemas.microsoft.com/office/drawing/2014/main" id="{1274DA8A-C7F3-47EF-A83E-686759C577B1}"/>
              </a:ext>
            </a:extLst>
          </p:cNvPr>
          <p:cNvSpPr>
            <a:spLocks noGrp="1"/>
          </p:cNvSpPr>
          <p:nvPr/>
        </p:nvSpPr>
        <p:spPr>
          <a:xfrm rot="5400000">
            <a:off x="3230166" y="5161359"/>
            <a:ext cx="178594" cy="1047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endParaRPr sz="600" b="0" i="0" dirty="0">
              <a:solidFill>
                <a:srgbClr val="315E7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3" name="邮政东架-182-193">
            <a:extLst>
              <a:ext uri="{FF2B5EF4-FFF2-40B4-BE49-F238E27FC236}">
                <a16:creationId xmlns:a16="http://schemas.microsoft.com/office/drawing/2014/main" id="{847EE1DC-D629-43AE-892A-26087CE96590}"/>
              </a:ext>
            </a:extLst>
          </p:cNvPr>
          <p:cNvSpPr>
            <a:spLocks noGrp="1"/>
          </p:cNvSpPr>
          <p:nvPr/>
        </p:nvSpPr>
        <p:spPr>
          <a:xfrm rot="0">
            <a:off x="3267075" y="5114925"/>
            <a:ext cx="123825" cy="36195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194" name="182-194">
            <a:extLst>
              <a:ext uri="{FF2B5EF4-FFF2-40B4-BE49-F238E27FC236}">
                <a16:creationId xmlns:a16="http://schemas.microsoft.com/office/drawing/2014/main" id="{9275FED5-AD08-4371-9155-BAB3BDA85501}"/>
              </a:ext>
            </a:extLst>
          </p:cNvPr>
          <p:cNvSpPr>
            <a:spLocks noGrp="1"/>
          </p:cNvSpPr>
          <p:nvPr/>
        </p:nvSpPr>
        <p:spPr>
          <a:xfrm rot="5400000">
            <a:off x="3137060" y="5254469"/>
            <a:ext cx="357185" cy="9715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endParaRPr sz="600" b="0" i="0" dirty="0">
              <a:solidFill>
                <a:srgbClr val="315E7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5" name="邮政东架-181-195">
            <a:extLst>
              <a:ext uri="{FF2B5EF4-FFF2-40B4-BE49-F238E27FC236}">
                <a16:creationId xmlns:a16="http://schemas.microsoft.com/office/drawing/2014/main" id="{BC1C7294-C408-4062-8D37-EBE4D298C53D}"/>
              </a:ext>
            </a:extLst>
          </p:cNvPr>
          <p:cNvSpPr>
            <a:spLocks noGrp="1"/>
          </p:cNvSpPr>
          <p:nvPr/>
        </p:nvSpPr>
        <p:spPr>
          <a:xfrm rot="0">
            <a:off x="3057525" y="5114925"/>
            <a:ext cx="209550" cy="10477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196" name="181-196">
            <a:extLst>
              <a:ext uri="{FF2B5EF4-FFF2-40B4-BE49-F238E27FC236}">
                <a16:creationId xmlns:a16="http://schemas.microsoft.com/office/drawing/2014/main" id="{645E80DD-A7C3-4C82-9AFB-DE2C5C61FA9E}"/>
              </a:ext>
            </a:extLst>
          </p:cNvPr>
          <p:cNvSpPr>
            <a:spLocks noGrp="1"/>
          </p:cNvSpPr>
          <p:nvPr/>
        </p:nvSpPr>
        <p:spPr>
          <a:xfrm rot="5400000">
            <a:off x="3230166" y="5518547"/>
            <a:ext cx="178594" cy="1047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endParaRPr lang="en-US" altLang="zh-CN" sz="600" b="0" i="0" dirty="0">
              <a:solidFill>
                <a:srgbClr val="315E7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7" name="邮政东架-180-197">
            <a:extLst>
              <a:ext uri="{FF2B5EF4-FFF2-40B4-BE49-F238E27FC236}">
                <a16:creationId xmlns:a16="http://schemas.microsoft.com/office/drawing/2014/main" id="{3E9CC636-905E-412C-868A-A6E535D73E03}"/>
              </a:ext>
            </a:extLst>
          </p:cNvPr>
          <p:cNvSpPr>
            <a:spLocks noGrp="1"/>
          </p:cNvSpPr>
          <p:nvPr/>
        </p:nvSpPr>
        <p:spPr>
          <a:xfrm rot="0">
            <a:off x="3267075" y="5476875"/>
            <a:ext cx="123825" cy="36195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198" name="180-198">
            <a:extLst>
              <a:ext uri="{FF2B5EF4-FFF2-40B4-BE49-F238E27FC236}">
                <a16:creationId xmlns:a16="http://schemas.microsoft.com/office/drawing/2014/main" id="{A31C31F0-E8F3-4FA8-86DC-3B3CC3A0716D}"/>
              </a:ext>
            </a:extLst>
          </p:cNvPr>
          <p:cNvSpPr>
            <a:spLocks noGrp="1"/>
          </p:cNvSpPr>
          <p:nvPr/>
        </p:nvSpPr>
        <p:spPr>
          <a:xfrm rot="5400000">
            <a:off x="3204210" y="5652138"/>
            <a:ext cx="249553" cy="12382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endParaRPr sz="600" b="0" i="0" dirty="0">
              <a:solidFill>
                <a:srgbClr val="315E7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9" name="邮政南架-187-199">
            <a:extLst>
              <a:ext uri="{FF2B5EF4-FFF2-40B4-BE49-F238E27FC236}">
                <a16:creationId xmlns:a16="http://schemas.microsoft.com/office/drawing/2014/main" id="{D270F662-2969-476C-A922-26EA241D2FEA}"/>
              </a:ext>
            </a:extLst>
          </p:cNvPr>
          <p:cNvSpPr>
            <a:spLocks noGrp="1"/>
          </p:cNvSpPr>
          <p:nvPr/>
        </p:nvSpPr>
        <p:spPr>
          <a:xfrm rot="0">
            <a:off x="2333625" y="5838825"/>
            <a:ext cx="352425" cy="9525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00" name="187-200">
            <a:extLst>
              <a:ext uri="{FF2B5EF4-FFF2-40B4-BE49-F238E27FC236}">
                <a16:creationId xmlns:a16="http://schemas.microsoft.com/office/drawing/2014/main" id="{30FC8658-6C19-4D47-8BDB-612AD1DEC922}"/>
              </a:ext>
            </a:extLst>
          </p:cNvPr>
          <p:cNvSpPr txBox="1">
            <a:spLocks noGrp="1"/>
          </p:cNvSpPr>
          <p:nvPr/>
        </p:nvSpPr>
        <p:spPr>
          <a:xfrm rot="0">
            <a:off x="2333625" y="5838825"/>
            <a:ext cx="352425" cy="95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3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187</a:t>
            </a:r>
          </a:p>
        </p:txBody>
      </p:sp>
      <p:sp>
        <p:nvSpPr>
          <p:cNvPr id="201" name="邮政南架-186-201">
            <a:extLst>
              <a:ext uri="{FF2B5EF4-FFF2-40B4-BE49-F238E27FC236}">
                <a16:creationId xmlns:a16="http://schemas.microsoft.com/office/drawing/2014/main" id="{95409AE8-871C-4583-88E7-CCF67237D263}"/>
              </a:ext>
            </a:extLst>
          </p:cNvPr>
          <p:cNvSpPr>
            <a:spLocks noGrp="1"/>
          </p:cNvSpPr>
          <p:nvPr/>
        </p:nvSpPr>
        <p:spPr>
          <a:xfrm rot="0">
            <a:off x="2686050" y="5838825"/>
            <a:ext cx="352425" cy="9525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03" name="邮政南架-185-203">
            <a:extLst>
              <a:ext uri="{FF2B5EF4-FFF2-40B4-BE49-F238E27FC236}">
                <a16:creationId xmlns:a16="http://schemas.microsoft.com/office/drawing/2014/main" id="{2B85C01C-85D6-4790-B020-15CA69A4187D}"/>
              </a:ext>
            </a:extLst>
          </p:cNvPr>
          <p:cNvSpPr>
            <a:spLocks noGrp="1"/>
          </p:cNvSpPr>
          <p:nvPr/>
        </p:nvSpPr>
        <p:spPr>
          <a:xfrm rot="0">
            <a:off x="3038475" y="5838825"/>
            <a:ext cx="352425" cy="9525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04" name="185-204">
            <a:extLst>
              <a:ext uri="{FF2B5EF4-FFF2-40B4-BE49-F238E27FC236}">
                <a16:creationId xmlns:a16="http://schemas.microsoft.com/office/drawing/2014/main" id="{B70BAA7B-EAE6-4109-8748-AD69373D8557}"/>
              </a:ext>
            </a:extLst>
          </p:cNvPr>
          <p:cNvSpPr txBox="1">
            <a:spLocks noGrp="1"/>
          </p:cNvSpPr>
          <p:nvPr/>
        </p:nvSpPr>
        <p:spPr>
          <a:xfrm rot="0">
            <a:off x="2686050" y="5838825"/>
            <a:ext cx="352425" cy="95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3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38" b="0" i="0" dirty="0">
                <a:solidFill>
                  <a:srgbClr val="315E7A"/>
                </a:solidFill>
                <a:latin typeface="Arial"/>
                <a:ea typeface="Arial"/>
                <a:cs typeface="Arial"/>
              </a:rPr>
              <a:t>18</a:t>
            </a:r>
            <a:r>
              <a:rPr lang="en-US" sz="638" b="0" i="0" dirty="0">
                <a:solidFill>
                  <a:srgbClr val="315E7A"/>
                </a:solidFill>
                <a:latin typeface="Arial"/>
                <a:ea typeface="Arial"/>
                <a:cs typeface="Arial"/>
              </a:rPr>
              <a:t>6</a:t>
            </a:r>
            <a:endParaRPr sz="638" b="0" i="0" dirty="0">
              <a:solidFill>
                <a:srgbClr val="315E7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6" name="184-206">
            <a:extLst>
              <a:ext uri="{FF2B5EF4-FFF2-40B4-BE49-F238E27FC236}">
                <a16:creationId xmlns:a16="http://schemas.microsoft.com/office/drawing/2014/main" id="{AB292C8E-AB53-4C64-A1FA-5CED5B01F994}"/>
              </a:ext>
            </a:extLst>
          </p:cNvPr>
          <p:cNvSpPr>
            <a:spLocks noGrp="1"/>
          </p:cNvSpPr>
          <p:nvPr/>
        </p:nvSpPr>
        <p:spPr>
          <a:xfrm>
            <a:off x="3035618" y="5837396"/>
            <a:ext cx="229553" cy="790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endParaRPr sz="600" b="0" i="0" dirty="0">
              <a:solidFill>
                <a:srgbClr val="315E7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7" name="邮政开头-207">
            <a:extLst>
              <a:ext uri="{FF2B5EF4-FFF2-40B4-BE49-F238E27FC236}">
                <a16:creationId xmlns:a16="http://schemas.microsoft.com/office/drawing/2014/main" id="{6A0CF83A-C80A-42F3-930C-F2E11BF4E3B6}"/>
              </a:ext>
            </a:extLst>
          </p:cNvPr>
          <p:cNvSpPr txBox="1">
            <a:spLocks noGrp="1"/>
          </p:cNvSpPr>
          <p:nvPr/>
        </p:nvSpPr>
        <p:spPr>
          <a:xfrm>
            <a:off x="2352675" y="5591175"/>
            <a:ext cx="90487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650" b="1" i="0" dirty="0" err="1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邮政开头</a:t>
            </a:r>
            <a:endParaRPr sz="1650" b="1" i="0" dirty="0">
              <a:solidFill>
                <a:srgbClr val="17151A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208" name="签收终端-208">
            <a:extLst>
              <a:ext uri="{FF2B5EF4-FFF2-40B4-BE49-F238E27FC236}">
                <a16:creationId xmlns:a16="http://schemas.microsoft.com/office/drawing/2014/main" id="{742FC677-AEF2-43AC-B5E5-A99843662A6C}"/>
              </a:ext>
            </a:extLst>
          </p:cNvPr>
          <p:cNvSpPr>
            <a:spLocks noGrp="1"/>
          </p:cNvSpPr>
          <p:nvPr/>
        </p:nvSpPr>
        <p:spPr>
          <a:xfrm rot="0">
            <a:off x="4381500" y="5281613"/>
            <a:ext cx="342900" cy="142875"/>
          </a:xfrm>
          <a:prstGeom prst="rect">
            <a:avLst/>
          </a:prstGeom>
          <a:solidFill>
            <a:srgbClr val="706B73"/>
          </a:solidFill>
          <a:ln w="6668">
            <a:solidFill>
              <a:srgbClr val="514D56"/>
            </a:solidFill>
          </a:ln>
        </p:spPr>
      </p:sp>
      <p:sp>
        <p:nvSpPr>
          <p:cNvPr id="209" name="终端屏幕-209">
            <a:extLst>
              <a:ext uri="{FF2B5EF4-FFF2-40B4-BE49-F238E27FC236}">
                <a16:creationId xmlns:a16="http://schemas.microsoft.com/office/drawing/2014/main" id="{5C4688E1-3723-4C3E-BFA4-FA6A5E9BAC67}"/>
              </a:ext>
            </a:extLst>
          </p:cNvPr>
          <p:cNvSpPr>
            <a:spLocks noGrp="1"/>
          </p:cNvSpPr>
          <p:nvPr/>
        </p:nvSpPr>
        <p:spPr>
          <a:xfrm rot="0">
            <a:off x="4457700" y="5329238"/>
            <a:ext cx="190500" cy="47625"/>
          </a:xfrm>
          <a:prstGeom prst="rect">
            <a:avLst/>
          </a:prstGeom>
          <a:solidFill>
            <a:srgbClr val="F4F3F6"/>
          </a:solidFill>
          <a:ln w="0">
            <a:noFill/>
          </a:ln>
        </p:spPr>
      </p:sp>
      <p:sp>
        <p:nvSpPr>
          <p:cNvPr id="210" name="签收处-210">
            <a:extLst>
              <a:ext uri="{FF2B5EF4-FFF2-40B4-BE49-F238E27FC236}">
                <a16:creationId xmlns:a16="http://schemas.microsoft.com/office/drawing/2014/main" id="{70982002-5728-4321-9D1F-E0830C69359D}"/>
              </a:ext>
            </a:extLst>
          </p:cNvPr>
          <p:cNvSpPr txBox="1">
            <a:spLocks noGrp="1"/>
          </p:cNvSpPr>
          <p:nvPr/>
        </p:nvSpPr>
        <p:spPr>
          <a:xfrm rot="0">
            <a:off x="4772025" y="523875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0" i="0">
                <a:solidFill>
                  <a:srgbClr val="B75C56"/>
                </a:solidFill>
                <a:latin typeface="Songti SC"/>
                <a:ea typeface="Songti SC"/>
                <a:cs typeface="Songti SC"/>
              </a:defRPr>
            </a:pPr>
            <a:r>
              <a:rPr sz="1275" b="0" i="0" dirty="0" err="1">
                <a:solidFill>
                  <a:srgbClr val="B75C56"/>
                </a:solidFill>
                <a:latin typeface="Songti SC"/>
                <a:ea typeface="Songti SC"/>
                <a:cs typeface="Songti SC"/>
              </a:rPr>
              <a:t>签收处</a:t>
            </a:r>
            <a:endParaRPr sz="1275" b="0" i="0" dirty="0">
              <a:solidFill>
                <a:srgbClr val="B75C56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211" name="快递柜F-211">
            <a:extLst>
              <a:ext uri="{FF2B5EF4-FFF2-40B4-BE49-F238E27FC236}">
                <a16:creationId xmlns:a16="http://schemas.microsoft.com/office/drawing/2014/main" id="{932B3D95-C4AA-4BF9-ADB9-84523BB44DF8}"/>
              </a:ext>
            </a:extLst>
          </p:cNvPr>
          <p:cNvSpPr>
            <a:spLocks noGrp="1"/>
          </p:cNvSpPr>
          <p:nvPr/>
        </p:nvSpPr>
        <p:spPr>
          <a:xfrm>
            <a:off x="3381375" y="5505450"/>
            <a:ext cx="1666875" cy="100013"/>
          </a:xfrm>
          <a:prstGeom prst="rect">
            <a:avLst/>
          </a:prstGeom>
          <a:solidFill>
            <a:srgbClr val="DFDCE3"/>
          </a:solidFill>
          <a:ln w="6191">
            <a:solidFill>
              <a:srgbClr val="88818E"/>
            </a:solidFill>
          </a:ln>
        </p:spPr>
      </p:sp>
      <p:sp>
        <p:nvSpPr>
          <p:cNvPr id="212" name="快递柜E-212">
            <a:extLst>
              <a:ext uri="{FF2B5EF4-FFF2-40B4-BE49-F238E27FC236}">
                <a16:creationId xmlns:a16="http://schemas.microsoft.com/office/drawing/2014/main" id="{04A5B76C-8EFC-420E-BCB7-B8C810EADC10}"/>
              </a:ext>
            </a:extLst>
          </p:cNvPr>
          <p:cNvSpPr>
            <a:spLocks noGrp="1"/>
          </p:cNvSpPr>
          <p:nvPr/>
        </p:nvSpPr>
        <p:spPr>
          <a:xfrm>
            <a:off x="3381375" y="5605463"/>
            <a:ext cx="1666875" cy="100013"/>
          </a:xfrm>
          <a:prstGeom prst="rect">
            <a:avLst/>
          </a:prstGeom>
          <a:solidFill>
            <a:srgbClr val="DFDCE3"/>
          </a:solidFill>
          <a:ln w="6191">
            <a:solidFill>
              <a:srgbClr val="88818E"/>
            </a:solidFill>
          </a:ln>
        </p:spPr>
      </p:sp>
      <p:sp>
        <p:nvSpPr>
          <p:cNvPr id="213" name="快递柜 F-213">
            <a:extLst>
              <a:ext uri="{FF2B5EF4-FFF2-40B4-BE49-F238E27FC236}">
                <a16:creationId xmlns:a16="http://schemas.microsoft.com/office/drawing/2014/main" id="{9E9356A3-BCB0-485C-A858-8DC5C6A817D5}"/>
              </a:ext>
            </a:extLst>
          </p:cNvPr>
          <p:cNvSpPr txBox="1">
            <a:spLocks noGrp="1"/>
          </p:cNvSpPr>
          <p:nvPr/>
        </p:nvSpPr>
        <p:spPr>
          <a:xfrm>
            <a:off x="3419475" y="5495925"/>
            <a:ext cx="1590675" cy="1190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38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938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快递柜 F</a:t>
            </a:r>
          </a:p>
        </p:txBody>
      </p:sp>
      <p:sp>
        <p:nvSpPr>
          <p:cNvPr id="214" name="快递柜 E-214">
            <a:extLst>
              <a:ext uri="{FF2B5EF4-FFF2-40B4-BE49-F238E27FC236}">
                <a16:creationId xmlns:a16="http://schemas.microsoft.com/office/drawing/2014/main" id="{917DF6E0-04C8-4E91-80D0-6587B4A7A348}"/>
              </a:ext>
            </a:extLst>
          </p:cNvPr>
          <p:cNvSpPr txBox="1">
            <a:spLocks noGrp="1"/>
          </p:cNvSpPr>
          <p:nvPr/>
        </p:nvSpPr>
        <p:spPr>
          <a:xfrm>
            <a:off x="3419475" y="5595938"/>
            <a:ext cx="1590675" cy="1190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38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938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快递柜 E</a:t>
            </a:r>
          </a:p>
        </p:txBody>
      </p:sp>
      <p:sp>
        <p:nvSpPr>
          <p:cNvPr id="215" name="西区通道缺口-215">
            <a:extLst>
              <a:ext uri="{FF2B5EF4-FFF2-40B4-BE49-F238E27FC236}">
                <a16:creationId xmlns:a16="http://schemas.microsoft.com/office/drawing/2014/main" id="{44E2B81F-FEA7-4375-A290-C3C42178268B}"/>
              </a:ext>
            </a:extLst>
          </p:cNvPr>
          <p:cNvSpPr>
            <a:spLocks noGrp="1"/>
          </p:cNvSpPr>
          <p:nvPr/>
        </p:nvSpPr>
        <p:spPr>
          <a:xfrm>
            <a:off x="1914525" y="4524375"/>
            <a:ext cx="47625" cy="5048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16" name="圆通邮政出入口缺口-216">
            <a:extLst>
              <a:ext uri="{FF2B5EF4-FFF2-40B4-BE49-F238E27FC236}">
                <a16:creationId xmlns:a16="http://schemas.microsoft.com/office/drawing/2014/main" id="{EBEA8A1D-C40B-473C-90C6-BC695E847C13}"/>
              </a:ext>
            </a:extLst>
          </p:cNvPr>
          <p:cNvSpPr>
            <a:spLocks noGrp="1"/>
          </p:cNvSpPr>
          <p:nvPr/>
        </p:nvSpPr>
        <p:spPr>
          <a:xfrm>
            <a:off x="5143500" y="6096000"/>
            <a:ext cx="361950" cy="952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17" name="出入口-217">
            <a:extLst>
              <a:ext uri="{FF2B5EF4-FFF2-40B4-BE49-F238E27FC236}">
                <a16:creationId xmlns:a16="http://schemas.microsoft.com/office/drawing/2014/main" id="{6C227D27-B3F2-4FC4-A381-702DC7D1592A}"/>
              </a:ext>
            </a:extLst>
          </p:cNvPr>
          <p:cNvSpPr txBox="1">
            <a:spLocks noGrp="1"/>
          </p:cNvSpPr>
          <p:nvPr/>
        </p:nvSpPr>
        <p:spPr>
          <a:xfrm>
            <a:off x="5048250" y="581977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650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出入口</a:t>
            </a:r>
          </a:p>
        </p:txBody>
      </p:sp>
      <p:sp>
        <p:nvSpPr>
          <p:cNvPr id="218" name="极兔北架-1-218">
            <a:extLst>
              <a:ext uri="{FF2B5EF4-FFF2-40B4-BE49-F238E27FC236}">
                <a16:creationId xmlns:a16="http://schemas.microsoft.com/office/drawing/2014/main" id="{D2C07FB8-8A5E-4261-A998-B0DC538D2863}"/>
              </a:ext>
            </a:extLst>
          </p:cNvPr>
          <p:cNvSpPr>
            <a:spLocks noGrp="1"/>
          </p:cNvSpPr>
          <p:nvPr/>
        </p:nvSpPr>
        <p:spPr>
          <a:xfrm>
            <a:off x="5800725" y="3333750"/>
            <a:ext cx="371475" cy="762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19" name="极兔北架-2-219">
            <a:extLst>
              <a:ext uri="{FF2B5EF4-FFF2-40B4-BE49-F238E27FC236}">
                <a16:creationId xmlns:a16="http://schemas.microsoft.com/office/drawing/2014/main" id="{8B35F34D-9942-4ED4-AFBF-1EEDD0CE30F4}"/>
              </a:ext>
            </a:extLst>
          </p:cNvPr>
          <p:cNvSpPr>
            <a:spLocks noGrp="1"/>
          </p:cNvSpPr>
          <p:nvPr/>
        </p:nvSpPr>
        <p:spPr>
          <a:xfrm>
            <a:off x="6172200" y="3333750"/>
            <a:ext cx="371475" cy="762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20" name="极兔北架-3-220">
            <a:extLst>
              <a:ext uri="{FF2B5EF4-FFF2-40B4-BE49-F238E27FC236}">
                <a16:creationId xmlns:a16="http://schemas.microsoft.com/office/drawing/2014/main" id="{D12D1F65-5840-410D-AA8E-151A0F5D1CAC}"/>
              </a:ext>
            </a:extLst>
          </p:cNvPr>
          <p:cNvSpPr>
            <a:spLocks noGrp="1"/>
          </p:cNvSpPr>
          <p:nvPr/>
        </p:nvSpPr>
        <p:spPr>
          <a:xfrm>
            <a:off x="6543675" y="3333750"/>
            <a:ext cx="371475" cy="762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21" name="极兔北架-4-221">
            <a:extLst>
              <a:ext uri="{FF2B5EF4-FFF2-40B4-BE49-F238E27FC236}">
                <a16:creationId xmlns:a16="http://schemas.microsoft.com/office/drawing/2014/main" id="{6372F7F9-A1ED-4FE7-B9CE-690A9E7352C5}"/>
              </a:ext>
            </a:extLst>
          </p:cNvPr>
          <p:cNvSpPr>
            <a:spLocks noGrp="1"/>
          </p:cNvSpPr>
          <p:nvPr/>
        </p:nvSpPr>
        <p:spPr>
          <a:xfrm>
            <a:off x="6915150" y="3333750"/>
            <a:ext cx="371475" cy="762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22" name="极兔北架-5-222">
            <a:extLst>
              <a:ext uri="{FF2B5EF4-FFF2-40B4-BE49-F238E27FC236}">
                <a16:creationId xmlns:a16="http://schemas.microsoft.com/office/drawing/2014/main" id="{A344D278-61B2-4878-B5C3-29398AF4F9EA}"/>
              </a:ext>
            </a:extLst>
          </p:cNvPr>
          <p:cNvSpPr>
            <a:spLocks noGrp="1"/>
          </p:cNvSpPr>
          <p:nvPr/>
        </p:nvSpPr>
        <p:spPr>
          <a:xfrm>
            <a:off x="7286625" y="3333750"/>
            <a:ext cx="371475" cy="762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23" name="极兔北架-6-223">
            <a:extLst>
              <a:ext uri="{FF2B5EF4-FFF2-40B4-BE49-F238E27FC236}">
                <a16:creationId xmlns:a16="http://schemas.microsoft.com/office/drawing/2014/main" id="{E5AF03F8-D741-47C5-A181-9FE20A2B8292}"/>
              </a:ext>
            </a:extLst>
          </p:cNvPr>
          <p:cNvSpPr>
            <a:spLocks noGrp="1"/>
          </p:cNvSpPr>
          <p:nvPr/>
        </p:nvSpPr>
        <p:spPr>
          <a:xfrm>
            <a:off x="7658100" y="3333750"/>
            <a:ext cx="371475" cy="762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24" name="极兔西架-97-224">
            <a:extLst>
              <a:ext uri="{FF2B5EF4-FFF2-40B4-BE49-F238E27FC236}">
                <a16:creationId xmlns:a16="http://schemas.microsoft.com/office/drawing/2014/main" id="{B52027B7-DA3A-4EE8-B28C-078DA7A04F7A}"/>
              </a:ext>
            </a:extLst>
          </p:cNvPr>
          <p:cNvSpPr>
            <a:spLocks noGrp="1"/>
          </p:cNvSpPr>
          <p:nvPr/>
        </p:nvSpPr>
        <p:spPr>
          <a:xfrm>
            <a:off x="5667375" y="3333750"/>
            <a:ext cx="133350" cy="604838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25" name="97-225">
            <a:extLst>
              <a:ext uri="{FF2B5EF4-FFF2-40B4-BE49-F238E27FC236}">
                <a16:creationId xmlns:a16="http://schemas.microsoft.com/office/drawing/2014/main" id="{3C2D47EC-F3E7-4D50-A111-E9E25D028BC8}"/>
              </a:ext>
            </a:extLst>
          </p:cNvPr>
          <p:cNvSpPr txBox="1">
            <a:spLocks noGrp="1"/>
          </p:cNvSpPr>
          <p:nvPr/>
        </p:nvSpPr>
        <p:spPr>
          <a:xfrm rot="5400000">
            <a:off x="5431631" y="3569494"/>
            <a:ext cx="604838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75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lang="en-US" sz="675" dirty="0">
                <a:solidFill>
                  <a:srgbClr val="315E7A"/>
                </a:solidFill>
                <a:latin typeface="Arial"/>
                <a:ea typeface="Arial"/>
                <a:cs typeface="Arial"/>
              </a:rPr>
              <a:t>99</a:t>
            </a:r>
            <a:endParaRPr sz="675" b="0" i="0" dirty="0">
              <a:solidFill>
                <a:srgbClr val="315E7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6" name="极兔西架-96-226">
            <a:extLst>
              <a:ext uri="{FF2B5EF4-FFF2-40B4-BE49-F238E27FC236}">
                <a16:creationId xmlns:a16="http://schemas.microsoft.com/office/drawing/2014/main" id="{44D93716-5537-4B1D-A632-52FF22332FA1}"/>
              </a:ext>
            </a:extLst>
          </p:cNvPr>
          <p:cNvSpPr>
            <a:spLocks noGrp="1"/>
          </p:cNvSpPr>
          <p:nvPr/>
        </p:nvSpPr>
        <p:spPr>
          <a:xfrm>
            <a:off x="5667375" y="3938588"/>
            <a:ext cx="133350" cy="604838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27" name="96-227">
            <a:extLst>
              <a:ext uri="{FF2B5EF4-FFF2-40B4-BE49-F238E27FC236}">
                <a16:creationId xmlns:a16="http://schemas.microsoft.com/office/drawing/2014/main" id="{D6805D0F-AFBE-4FEF-8326-CBE5DB30D79B}"/>
              </a:ext>
            </a:extLst>
          </p:cNvPr>
          <p:cNvSpPr txBox="1">
            <a:spLocks noGrp="1"/>
          </p:cNvSpPr>
          <p:nvPr/>
        </p:nvSpPr>
        <p:spPr>
          <a:xfrm rot="5400000">
            <a:off x="5431631" y="4174331"/>
            <a:ext cx="604838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75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lang="en-US" sz="675" b="0" i="0" dirty="0">
                <a:solidFill>
                  <a:srgbClr val="315E7A"/>
                </a:solidFill>
                <a:latin typeface="Arial"/>
                <a:ea typeface="Arial"/>
                <a:cs typeface="Arial"/>
              </a:rPr>
              <a:t>98</a:t>
            </a:r>
            <a:endParaRPr sz="675" b="0" i="0" dirty="0">
              <a:solidFill>
                <a:srgbClr val="315E7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8" name="极兔内侧架-1-228">
            <a:extLst>
              <a:ext uri="{FF2B5EF4-FFF2-40B4-BE49-F238E27FC236}">
                <a16:creationId xmlns:a16="http://schemas.microsoft.com/office/drawing/2014/main" id="{EBA8A043-B674-4FEE-A102-D67A01BE0714}"/>
              </a:ext>
            </a:extLst>
          </p:cNvPr>
          <p:cNvSpPr>
            <a:spLocks noGrp="1"/>
          </p:cNvSpPr>
          <p:nvPr/>
        </p:nvSpPr>
        <p:spPr>
          <a:xfrm>
            <a:off x="5800725" y="3409950"/>
            <a:ext cx="114300" cy="3778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29" name="极兔内侧架-2-229">
            <a:extLst>
              <a:ext uri="{FF2B5EF4-FFF2-40B4-BE49-F238E27FC236}">
                <a16:creationId xmlns:a16="http://schemas.microsoft.com/office/drawing/2014/main" id="{D4BCA3C9-6E46-449E-836A-D5541A3CDE74}"/>
              </a:ext>
            </a:extLst>
          </p:cNvPr>
          <p:cNvSpPr>
            <a:spLocks noGrp="1"/>
          </p:cNvSpPr>
          <p:nvPr/>
        </p:nvSpPr>
        <p:spPr>
          <a:xfrm>
            <a:off x="5800725" y="3787775"/>
            <a:ext cx="114300" cy="3778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30" name="极兔内侧架-3-230">
            <a:extLst>
              <a:ext uri="{FF2B5EF4-FFF2-40B4-BE49-F238E27FC236}">
                <a16:creationId xmlns:a16="http://schemas.microsoft.com/office/drawing/2014/main" id="{11BEF856-76C1-4804-AA95-3389483801A3}"/>
              </a:ext>
            </a:extLst>
          </p:cNvPr>
          <p:cNvSpPr>
            <a:spLocks noGrp="1"/>
          </p:cNvSpPr>
          <p:nvPr/>
        </p:nvSpPr>
        <p:spPr>
          <a:xfrm>
            <a:off x="5800725" y="4165600"/>
            <a:ext cx="114300" cy="3778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31" name="极兔中架-1-231">
            <a:extLst>
              <a:ext uri="{FF2B5EF4-FFF2-40B4-BE49-F238E27FC236}">
                <a16:creationId xmlns:a16="http://schemas.microsoft.com/office/drawing/2014/main" id="{15C95494-8DF3-4BF8-9FC1-FC6147816032}"/>
              </a:ext>
            </a:extLst>
          </p:cNvPr>
          <p:cNvSpPr>
            <a:spLocks noGrp="1"/>
          </p:cNvSpPr>
          <p:nvPr/>
        </p:nvSpPr>
        <p:spPr>
          <a:xfrm>
            <a:off x="5915025" y="3676650"/>
            <a:ext cx="354013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32" name="极兔中架-2-232">
            <a:extLst>
              <a:ext uri="{FF2B5EF4-FFF2-40B4-BE49-F238E27FC236}">
                <a16:creationId xmlns:a16="http://schemas.microsoft.com/office/drawing/2014/main" id="{F2F1671F-0CC7-4D4D-B7C6-167790BE2CFA}"/>
              </a:ext>
            </a:extLst>
          </p:cNvPr>
          <p:cNvSpPr>
            <a:spLocks noGrp="1"/>
          </p:cNvSpPr>
          <p:nvPr/>
        </p:nvSpPr>
        <p:spPr>
          <a:xfrm>
            <a:off x="6269038" y="3676650"/>
            <a:ext cx="354013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33" name="极兔中架-3-233">
            <a:extLst>
              <a:ext uri="{FF2B5EF4-FFF2-40B4-BE49-F238E27FC236}">
                <a16:creationId xmlns:a16="http://schemas.microsoft.com/office/drawing/2014/main" id="{65524EA3-ACD4-4D5F-90F9-57AEC902565F}"/>
              </a:ext>
            </a:extLst>
          </p:cNvPr>
          <p:cNvSpPr>
            <a:spLocks noGrp="1"/>
          </p:cNvSpPr>
          <p:nvPr/>
        </p:nvSpPr>
        <p:spPr>
          <a:xfrm>
            <a:off x="6623050" y="3676650"/>
            <a:ext cx="354013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34" name="极兔中架-4-234">
            <a:extLst>
              <a:ext uri="{FF2B5EF4-FFF2-40B4-BE49-F238E27FC236}">
                <a16:creationId xmlns:a16="http://schemas.microsoft.com/office/drawing/2014/main" id="{773E5BCC-E6B7-44AC-9FFC-65B12BFBB62F}"/>
              </a:ext>
            </a:extLst>
          </p:cNvPr>
          <p:cNvSpPr>
            <a:spLocks noGrp="1"/>
          </p:cNvSpPr>
          <p:nvPr/>
        </p:nvSpPr>
        <p:spPr>
          <a:xfrm>
            <a:off x="6977063" y="3676650"/>
            <a:ext cx="354013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35" name="极兔中架-5-235">
            <a:extLst>
              <a:ext uri="{FF2B5EF4-FFF2-40B4-BE49-F238E27FC236}">
                <a16:creationId xmlns:a16="http://schemas.microsoft.com/office/drawing/2014/main" id="{E1042238-6502-4F75-8A7A-34C98F4F7368}"/>
              </a:ext>
            </a:extLst>
          </p:cNvPr>
          <p:cNvSpPr>
            <a:spLocks noGrp="1"/>
          </p:cNvSpPr>
          <p:nvPr/>
        </p:nvSpPr>
        <p:spPr>
          <a:xfrm>
            <a:off x="7331075" y="3676650"/>
            <a:ext cx="354013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36" name="极兔中架-6-236">
            <a:extLst>
              <a:ext uri="{FF2B5EF4-FFF2-40B4-BE49-F238E27FC236}">
                <a16:creationId xmlns:a16="http://schemas.microsoft.com/office/drawing/2014/main" id="{8354078E-6F3E-442C-8B46-02AA4B913910}"/>
              </a:ext>
            </a:extLst>
          </p:cNvPr>
          <p:cNvSpPr>
            <a:spLocks noGrp="1"/>
          </p:cNvSpPr>
          <p:nvPr/>
        </p:nvSpPr>
        <p:spPr>
          <a:xfrm>
            <a:off x="7685087" y="3676650"/>
            <a:ext cx="354013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37" name="极兔中架-1-237">
            <a:extLst>
              <a:ext uri="{FF2B5EF4-FFF2-40B4-BE49-F238E27FC236}">
                <a16:creationId xmlns:a16="http://schemas.microsoft.com/office/drawing/2014/main" id="{4CBED305-15FC-40E2-AD81-0A3B77B3279D}"/>
              </a:ext>
            </a:extLst>
          </p:cNvPr>
          <p:cNvSpPr>
            <a:spLocks noGrp="1"/>
          </p:cNvSpPr>
          <p:nvPr/>
        </p:nvSpPr>
        <p:spPr>
          <a:xfrm>
            <a:off x="5915025" y="3762375"/>
            <a:ext cx="354013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38" name="极兔中架-2-238">
            <a:extLst>
              <a:ext uri="{FF2B5EF4-FFF2-40B4-BE49-F238E27FC236}">
                <a16:creationId xmlns:a16="http://schemas.microsoft.com/office/drawing/2014/main" id="{1217908E-3FC1-4C8D-9860-085EFEDED759}"/>
              </a:ext>
            </a:extLst>
          </p:cNvPr>
          <p:cNvSpPr>
            <a:spLocks noGrp="1"/>
          </p:cNvSpPr>
          <p:nvPr/>
        </p:nvSpPr>
        <p:spPr>
          <a:xfrm>
            <a:off x="6269038" y="3762375"/>
            <a:ext cx="354013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39" name="极兔中架-3-239">
            <a:extLst>
              <a:ext uri="{FF2B5EF4-FFF2-40B4-BE49-F238E27FC236}">
                <a16:creationId xmlns:a16="http://schemas.microsoft.com/office/drawing/2014/main" id="{475DC62A-BE38-4AEE-82E0-78A4F242787B}"/>
              </a:ext>
            </a:extLst>
          </p:cNvPr>
          <p:cNvSpPr>
            <a:spLocks noGrp="1"/>
          </p:cNvSpPr>
          <p:nvPr/>
        </p:nvSpPr>
        <p:spPr>
          <a:xfrm>
            <a:off x="6623050" y="3762375"/>
            <a:ext cx="354013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40" name="极兔中架-4-240">
            <a:extLst>
              <a:ext uri="{FF2B5EF4-FFF2-40B4-BE49-F238E27FC236}">
                <a16:creationId xmlns:a16="http://schemas.microsoft.com/office/drawing/2014/main" id="{45CCE095-2AA8-4AB7-889E-0B322190A2F5}"/>
              </a:ext>
            </a:extLst>
          </p:cNvPr>
          <p:cNvSpPr>
            <a:spLocks noGrp="1"/>
          </p:cNvSpPr>
          <p:nvPr/>
        </p:nvSpPr>
        <p:spPr>
          <a:xfrm>
            <a:off x="6977063" y="3762375"/>
            <a:ext cx="354013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41" name="极兔中架-5-241">
            <a:extLst>
              <a:ext uri="{FF2B5EF4-FFF2-40B4-BE49-F238E27FC236}">
                <a16:creationId xmlns:a16="http://schemas.microsoft.com/office/drawing/2014/main" id="{19D6E34C-704B-4D38-92E7-3BA86BD12EB4}"/>
              </a:ext>
            </a:extLst>
          </p:cNvPr>
          <p:cNvSpPr>
            <a:spLocks noGrp="1"/>
          </p:cNvSpPr>
          <p:nvPr/>
        </p:nvSpPr>
        <p:spPr>
          <a:xfrm>
            <a:off x="7331075" y="3762375"/>
            <a:ext cx="354013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42" name="极兔中架-6-242">
            <a:extLst>
              <a:ext uri="{FF2B5EF4-FFF2-40B4-BE49-F238E27FC236}">
                <a16:creationId xmlns:a16="http://schemas.microsoft.com/office/drawing/2014/main" id="{6583F09A-9DB8-4369-8357-6A45DF58EDD6}"/>
              </a:ext>
            </a:extLst>
          </p:cNvPr>
          <p:cNvSpPr>
            <a:spLocks noGrp="1"/>
          </p:cNvSpPr>
          <p:nvPr/>
        </p:nvSpPr>
        <p:spPr>
          <a:xfrm>
            <a:off x="7685087" y="3762375"/>
            <a:ext cx="354013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43" name="极兔南中架-1-243">
            <a:extLst>
              <a:ext uri="{FF2B5EF4-FFF2-40B4-BE49-F238E27FC236}">
                <a16:creationId xmlns:a16="http://schemas.microsoft.com/office/drawing/2014/main" id="{C2B9055C-42FB-4105-9FAD-EA93F427C3ED}"/>
              </a:ext>
            </a:extLst>
          </p:cNvPr>
          <p:cNvSpPr>
            <a:spLocks noGrp="1"/>
          </p:cNvSpPr>
          <p:nvPr/>
        </p:nvSpPr>
        <p:spPr>
          <a:xfrm>
            <a:off x="5915025" y="4105275"/>
            <a:ext cx="304800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44" name="极兔南中架-2-244">
            <a:extLst>
              <a:ext uri="{FF2B5EF4-FFF2-40B4-BE49-F238E27FC236}">
                <a16:creationId xmlns:a16="http://schemas.microsoft.com/office/drawing/2014/main" id="{BF9831C1-9304-48DF-BAFD-1B511784421D}"/>
              </a:ext>
            </a:extLst>
          </p:cNvPr>
          <p:cNvSpPr>
            <a:spLocks noGrp="1"/>
          </p:cNvSpPr>
          <p:nvPr/>
        </p:nvSpPr>
        <p:spPr>
          <a:xfrm>
            <a:off x="6219825" y="4105275"/>
            <a:ext cx="304800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45" name="极兔南中架-3-245">
            <a:extLst>
              <a:ext uri="{FF2B5EF4-FFF2-40B4-BE49-F238E27FC236}">
                <a16:creationId xmlns:a16="http://schemas.microsoft.com/office/drawing/2014/main" id="{0C31DDEB-0F66-4A05-95DA-E65F73EA6F3F}"/>
              </a:ext>
            </a:extLst>
          </p:cNvPr>
          <p:cNvSpPr>
            <a:spLocks noGrp="1"/>
          </p:cNvSpPr>
          <p:nvPr/>
        </p:nvSpPr>
        <p:spPr>
          <a:xfrm>
            <a:off x="6524625" y="4105275"/>
            <a:ext cx="304800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46" name="极兔南中架-4-246">
            <a:extLst>
              <a:ext uri="{FF2B5EF4-FFF2-40B4-BE49-F238E27FC236}">
                <a16:creationId xmlns:a16="http://schemas.microsoft.com/office/drawing/2014/main" id="{F7D1D09B-676C-44D2-81F7-AE3B66BBF5DF}"/>
              </a:ext>
            </a:extLst>
          </p:cNvPr>
          <p:cNvSpPr>
            <a:spLocks noGrp="1"/>
          </p:cNvSpPr>
          <p:nvPr/>
        </p:nvSpPr>
        <p:spPr>
          <a:xfrm>
            <a:off x="6829425" y="4105275"/>
            <a:ext cx="304800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47" name="极兔南中架-5-247">
            <a:extLst>
              <a:ext uri="{FF2B5EF4-FFF2-40B4-BE49-F238E27FC236}">
                <a16:creationId xmlns:a16="http://schemas.microsoft.com/office/drawing/2014/main" id="{D68F5A81-E4DB-4B35-88CA-A8E513CEA172}"/>
              </a:ext>
            </a:extLst>
          </p:cNvPr>
          <p:cNvSpPr>
            <a:spLocks noGrp="1"/>
          </p:cNvSpPr>
          <p:nvPr/>
        </p:nvSpPr>
        <p:spPr>
          <a:xfrm>
            <a:off x="7134225" y="4105275"/>
            <a:ext cx="304800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48" name="极兔南中架-6-248">
            <a:extLst>
              <a:ext uri="{FF2B5EF4-FFF2-40B4-BE49-F238E27FC236}">
                <a16:creationId xmlns:a16="http://schemas.microsoft.com/office/drawing/2014/main" id="{901CE71E-4642-4EF4-B320-75BB91CEAA59}"/>
              </a:ext>
            </a:extLst>
          </p:cNvPr>
          <p:cNvSpPr>
            <a:spLocks noGrp="1"/>
          </p:cNvSpPr>
          <p:nvPr/>
        </p:nvSpPr>
        <p:spPr>
          <a:xfrm>
            <a:off x="7439025" y="4105275"/>
            <a:ext cx="304800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49" name="极兔南中架-7-249">
            <a:extLst>
              <a:ext uri="{FF2B5EF4-FFF2-40B4-BE49-F238E27FC236}">
                <a16:creationId xmlns:a16="http://schemas.microsoft.com/office/drawing/2014/main" id="{8CADD2A0-28C5-46A1-9D5C-1972DA2309AB}"/>
              </a:ext>
            </a:extLst>
          </p:cNvPr>
          <p:cNvSpPr>
            <a:spLocks noGrp="1"/>
          </p:cNvSpPr>
          <p:nvPr/>
        </p:nvSpPr>
        <p:spPr>
          <a:xfrm>
            <a:off x="7743825" y="4105275"/>
            <a:ext cx="304800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50" name="极兔南中架-1-250">
            <a:extLst>
              <a:ext uri="{FF2B5EF4-FFF2-40B4-BE49-F238E27FC236}">
                <a16:creationId xmlns:a16="http://schemas.microsoft.com/office/drawing/2014/main" id="{51EFF9A3-3C6A-426A-99F3-7803955A9229}"/>
              </a:ext>
            </a:extLst>
          </p:cNvPr>
          <p:cNvSpPr>
            <a:spLocks noGrp="1"/>
          </p:cNvSpPr>
          <p:nvPr/>
        </p:nvSpPr>
        <p:spPr>
          <a:xfrm>
            <a:off x="5915025" y="4191000"/>
            <a:ext cx="304800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51" name="极兔南中架-2-251">
            <a:extLst>
              <a:ext uri="{FF2B5EF4-FFF2-40B4-BE49-F238E27FC236}">
                <a16:creationId xmlns:a16="http://schemas.microsoft.com/office/drawing/2014/main" id="{FEC0F4D4-8136-415D-AED7-979B429483E6}"/>
              </a:ext>
            </a:extLst>
          </p:cNvPr>
          <p:cNvSpPr>
            <a:spLocks noGrp="1"/>
          </p:cNvSpPr>
          <p:nvPr/>
        </p:nvSpPr>
        <p:spPr>
          <a:xfrm>
            <a:off x="6219825" y="4191000"/>
            <a:ext cx="304800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52" name="极兔南中架-3-252">
            <a:extLst>
              <a:ext uri="{FF2B5EF4-FFF2-40B4-BE49-F238E27FC236}">
                <a16:creationId xmlns:a16="http://schemas.microsoft.com/office/drawing/2014/main" id="{F25C64A3-4F9F-4170-A8EA-8B68D58DACF5}"/>
              </a:ext>
            </a:extLst>
          </p:cNvPr>
          <p:cNvSpPr>
            <a:spLocks noGrp="1"/>
          </p:cNvSpPr>
          <p:nvPr/>
        </p:nvSpPr>
        <p:spPr>
          <a:xfrm>
            <a:off x="6524625" y="4191000"/>
            <a:ext cx="304800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53" name="极兔南中架-4-253">
            <a:extLst>
              <a:ext uri="{FF2B5EF4-FFF2-40B4-BE49-F238E27FC236}">
                <a16:creationId xmlns:a16="http://schemas.microsoft.com/office/drawing/2014/main" id="{D99F6421-86E2-4688-851C-829047D8C18C}"/>
              </a:ext>
            </a:extLst>
          </p:cNvPr>
          <p:cNvSpPr>
            <a:spLocks noGrp="1"/>
          </p:cNvSpPr>
          <p:nvPr/>
        </p:nvSpPr>
        <p:spPr>
          <a:xfrm>
            <a:off x="6829425" y="4191000"/>
            <a:ext cx="304800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54" name="极兔南中架-5-254">
            <a:extLst>
              <a:ext uri="{FF2B5EF4-FFF2-40B4-BE49-F238E27FC236}">
                <a16:creationId xmlns:a16="http://schemas.microsoft.com/office/drawing/2014/main" id="{1DF5F6B7-E154-46F0-A8A8-38C18B1FD257}"/>
              </a:ext>
            </a:extLst>
          </p:cNvPr>
          <p:cNvSpPr>
            <a:spLocks noGrp="1"/>
          </p:cNvSpPr>
          <p:nvPr/>
        </p:nvSpPr>
        <p:spPr>
          <a:xfrm>
            <a:off x="7134225" y="4191000"/>
            <a:ext cx="304800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55" name="极兔南中架-6-255">
            <a:extLst>
              <a:ext uri="{FF2B5EF4-FFF2-40B4-BE49-F238E27FC236}">
                <a16:creationId xmlns:a16="http://schemas.microsoft.com/office/drawing/2014/main" id="{FCD3281A-A99E-4679-B4D9-4782D013EBF5}"/>
              </a:ext>
            </a:extLst>
          </p:cNvPr>
          <p:cNvSpPr>
            <a:spLocks noGrp="1"/>
          </p:cNvSpPr>
          <p:nvPr/>
        </p:nvSpPr>
        <p:spPr>
          <a:xfrm>
            <a:off x="7439025" y="4191000"/>
            <a:ext cx="304800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56" name="极兔南中架-7-256">
            <a:extLst>
              <a:ext uri="{FF2B5EF4-FFF2-40B4-BE49-F238E27FC236}">
                <a16:creationId xmlns:a16="http://schemas.microsoft.com/office/drawing/2014/main" id="{135F665E-67C9-4851-A00B-2C78967EC979}"/>
              </a:ext>
            </a:extLst>
          </p:cNvPr>
          <p:cNvSpPr>
            <a:spLocks noGrp="1"/>
          </p:cNvSpPr>
          <p:nvPr/>
        </p:nvSpPr>
        <p:spPr>
          <a:xfrm>
            <a:off x="7743825" y="4191000"/>
            <a:ext cx="304800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57" name="极兔南架-1-257">
            <a:extLst>
              <a:ext uri="{FF2B5EF4-FFF2-40B4-BE49-F238E27FC236}">
                <a16:creationId xmlns:a16="http://schemas.microsoft.com/office/drawing/2014/main" id="{2D400412-182B-41E1-9D8A-7939607231DE}"/>
              </a:ext>
            </a:extLst>
          </p:cNvPr>
          <p:cNvSpPr>
            <a:spLocks noGrp="1"/>
          </p:cNvSpPr>
          <p:nvPr/>
        </p:nvSpPr>
        <p:spPr>
          <a:xfrm>
            <a:off x="5915025" y="4543425"/>
            <a:ext cx="355600" cy="762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58" name="极兔南架-2-258">
            <a:extLst>
              <a:ext uri="{FF2B5EF4-FFF2-40B4-BE49-F238E27FC236}">
                <a16:creationId xmlns:a16="http://schemas.microsoft.com/office/drawing/2014/main" id="{6FD92C49-04F7-438F-B58D-4C0494219B2C}"/>
              </a:ext>
            </a:extLst>
          </p:cNvPr>
          <p:cNvSpPr>
            <a:spLocks noGrp="1"/>
          </p:cNvSpPr>
          <p:nvPr/>
        </p:nvSpPr>
        <p:spPr>
          <a:xfrm>
            <a:off x="6270625" y="4543425"/>
            <a:ext cx="355600" cy="762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59" name="极兔南架-3-259">
            <a:extLst>
              <a:ext uri="{FF2B5EF4-FFF2-40B4-BE49-F238E27FC236}">
                <a16:creationId xmlns:a16="http://schemas.microsoft.com/office/drawing/2014/main" id="{9432EE5E-F045-4193-8BC3-CD0F08313C96}"/>
              </a:ext>
            </a:extLst>
          </p:cNvPr>
          <p:cNvSpPr>
            <a:spLocks noGrp="1"/>
          </p:cNvSpPr>
          <p:nvPr/>
        </p:nvSpPr>
        <p:spPr>
          <a:xfrm>
            <a:off x="6626225" y="4543425"/>
            <a:ext cx="355600" cy="762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60" name="极兔南架-4-260">
            <a:extLst>
              <a:ext uri="{FF2B5EF4-FFF2-40B4-BE49-F238E27FC236}">
                <a16:creationId xmlns:a16="http://schemas.microsoft.com/office/drawing/2014/main" id="{004367B5-14F2-45ED-A6D2-4E0B9E4F2FD3}"/>
              </a:ext>
            </a:extLst>
          </p:cNvPr>
          <p:cNvSpPr>
            <a:spLocks noGrp="1"/>
          </p:cNvSpPr>
          <p:nvPr/>
        </p:nvSpPr>
        <p:spPr>
          <a:xfrm>
            <a:off x="6981825" y="4543425"/>
            <a:ext cx="355600" cy="762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61" name="极兔南架-5-261">
            <a:extLst>
              <a:ext uri="{FF2B5EF4-FFF2-40B4-BE49-F238E27FC236}">
                <a16:creationId xmlns:a16="http://schemas.microsoft.com/office/drawing/2014/main" id="{6291D5A3-1174-4253-B88A-5142B919BA91}"/>
              </a:ext>
            </a:extLst>
          </p:cNvPr>
          <p:cNvSpPr>
            <a:spLocks noGrp="1"/>
          </p:cNvSpPr>
          <p:nvPr/>
        </p:nvSpPr>
        <p:spPr>
          <a:xfrm>
            <a:off x="7337425" y="4543425"/>
            <a:ext cx="355600" cy="762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62" name="极兔南架-6-262">
            <a:extLst>
              <a:ext uri="{FF2B5EF4-FFF2-40B4-BE49-F238E27FC236}">
                <a16:creationId xmlns:a16="http://schemas.microsoft.com/office/drawing/2014/main" id="{A9D47796-CC94-4978-9E50-B0D5C1253D7B}"/>
              </a:ext>
            </a:extLst>
          </p:cNvPr>
          <p:cNvSpPr>
            <a:spLocks noGrp="1"/>
          </p:cNvSpPr>
          <p:nvPr/>
        </p:nvSpPr>
        <p:spPr>
          <a:xfrm>
            <a:off x="7693025" y="4543425"/>
            <a:ext cx="355600" cy="762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66" name="极兔 80–97-266">
            <a:extLst>
              <a:ext uri="{FF2B5EF4-FFF2-40B4-BE49-F238E27FC236}">
                <a16:creationId xmlns:a16="http://schemas.microsoft.com/office/drawing/2014/main" id="{7596D710-84C0-438D-A61E-B6ECD331B7D9}"/>
              </a:ext>
            </a:extLst>
          </p:cNvPr>
          <p:cNvSpPr txBox="1">
            <a:spLocks noGrp="1"/>
          </p:cNvSpPr>
          <p:nvPr/>
        </p:nvSpPr>
        <p:spPr>
          <a:xfrm>
            <a:off x="6457950" y="4295775"/>
            <a:ext cx="12192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650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极兔 80–97</a:t>
            </a:r>
          </a:p>
        </p:txBody>
      </p:sp>
      <p:sp>
        <p:nvSpPr>
          <p:cNvPr id="267" name="签收终端-267">
            <a:extLst>
              <a:ext uri="{FF2B5EF4-FFF2-40B4-BE49-F238E27FC236}">
                <a16:creationId xmlns:a16="http://schemas.microsoft.com/office/drawing/2014/main" id="{2D7AAA28-FAFD-460B-BC71-A56CF8D8B5D3}"/>
              </a:ext>
            </a:extLst>
          </p:cNvPr>
          <p:cNvSpPr>
            <a:spLocks noGrp="1"/>
          </p:cNvSpPr>
          <p:nvPr/>
        </p:nvSpPr>
        <p:spPr>
          <a:xfrm>
            <a:off x="8067675" y="4524375"/>
            <a:ext cx="342900" cy="142875"/>
          </a:xfrm>
          <a:prstGeom prst="rect">
            <a:avLst/>
          </a:prstGeom>
          <a:solidFill>
            <a:srgbClr val="706B73"/>
          </a:solidFill>
          <a:ln w="6668">
            <a:solidFill>
              <a:srgbClr val="514D56"/>
            </a:solidFill>
          </a:ln>
        </p:spPr>
      </p:sp>
      <p:sp>
        <p:nvSpPr>
          <p:cNvPr id="268" name="终端屏幕-268">
            <a:extLst>
              <a:ext uri="{FF2B5EF4-FFF2-40B4-BE49-F238E27FC236}">
                <a16:creationId xmlns:a16="http://schemas.microsoft.com/office/drawing/2014/main" id="{2C884D8A-9C39-4058-8075-DA61BA3336E7}"/>
              </a:ext>
            </a:extLst>
          </p:cNvPr>
          <p:cNvSpPr>
            <a:spLocks noGrp="1"/>
          </p:cNvSpPr>
          <p:nvPr/>
        </p:nvSpPr>
        <p:spPr>
          <a:xfrm>
            <a:off x="8143875" y="4572000"/>
            <a:ext cx="190500" cy="47625"/>
          </a:xfrm>
          <a:prstGeom prst="rect">
            <a:avLst/>
          </a:prstGeom>
          <a:solidFill>
            <a:srgbClr val="F4F3F6"/>
          </a:solidFill>
          <a:ln w="0">
            <a:noFill/>
          </a:ln>
        </p:spPr>
      </p:sp>
      <p:sp>
        <p:nvSpPr>
          <p:cNvPr id="269" name="签收处-269">
            <a:extLst>
              <a:ext uri="{FF2B5EF4-FFF2-40B4-BE49-F238E27FC236}">
                <a16:creationId xmlns:a16="http://schemas.microsoft.com/office/drawing/2014/main" id="{B7225E67-BBFC-4888-87ED-45CED89DBB8C}"/>
              </a:ext>
            </a:extLst>
          </p:cNvPr>
          <p:cNvSpPr txBox="1">
            <a:spLocks noGrp="1"/>
          </p:cNvSpPr>
          <p:nvPr/>
        </p:nvSpPr>
        <p:spPr>
          <a:xfrm>
            <a:off x="8343900" y="4467225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0" i="0">
                <a:solidFill>
                  <a:srgbClr val="B75C56"/>
                </a:solidFill>
                <a:latin typeface="Songti SC"/>
                <a:ea typeface="Songti SC"/>
                <a:cs typeface="Songti SC"/>
              </a:defRPr>
            </a:pPr>
            <a:r>
              <a:rPr sz="1275" b="0" i="0">
                <a:solidFill>
                  <a:srgbClr val="B75C56"/>
                </a:solidFill>
                <a:latin typeface="Songti SC"/>
                <a:ea typeface="Songti SC"/>
                <a:cs typeface="Songti SC"/>
              </a:rPr>
              <a:t>签收处</a:t>
            </a:r>
          </a:p>
        </p:txBody>
      </p:sp>
      <p:sp>
        <p:nvSpPr>
          <p:cNvPr id="270" name="快递柜J-270">
            <a:extLst>
              <a:ext uri="{FF2B5EF4-FFF2-40B4-BE49-F238E27FC236}">
                <a16:creationId xmlns:a16="http://schemas.microsoft.com/office/drawing/2014/main" id="{80668CFA-9EEF-40E5-9F86-97586E090386}"/>
              </a:ext>
            </a:extLst>
          </p:cNvPr>
          <p:cNvSpPr>
            <a:spLocks noGrp="1"/>
          </p:cNvSpPr>
          <p:nvPr/>
        </p:nvSpPr>
        <p:spPr>
          <a:xfrm>
            <a:off x="5781675" y="4810125"/>
            <a:ext cx="2352675" cy="100013"/>
          </a:xfrm>
          <a:prstGeom prst="rect">
            <a:avLst/>
          </a:prstGeom>
          <a:solidFill>
            <a:srgbClr val="DFDCE3"/>
          </a:solidFill>
          <a:ln w="6191">
            <a:solidFill>
              <a:srgbClr val="88818E"/>
            </a:solidFill>
          </a:ln>
        </p:spPr>
      </p:sp>
      <p:sp>
        <p:nvSpPr>
          <p:cNvPr id="271" name="快递柜I-271">
            <a:extLst>
              <a:ext uri="{FF2B5EF4-FFF2-40B4-BE49-F238E27FC236}">
                <a16:creationId xmlns:a16="http://schemas.microsoft.com/office/drawing/2014/main" id="{662C0C24-8302-4AC4-9CE2-CDF41CD7D844}"/>
              </a:ext>
            </a:extLst>
          </p:cNvPr>
          <p:cNvSpPr>
            <a:spLocks noGrp="1"/>
          </p:cNvSpPr>
          <p:nvPr/>
        </p:nvSpPr>
        <p:spPr>
          <a:xfrm>
            <a:off x="5781675" y="4910138"/>
            <a:ext cx="2352675" cy="100013"/>
          </a:xfrm>
          <a:prstGeom prst="rect">
            <a:avLst/>
          </a:prstGeom>
          <a:solidFill>
            <a:srgbClr val="DFDCE3"/>
          </a:solidFill>
          <a:ln w="6191">
            <a:solidFill>
              <a:srgbClr val="88818E"/>
            </a:solidFill>
          </a:ln>
        </p:spPr>
      </p:sp>
      <p:sp>
        <p:nvSpPr>
          <p:cNvPr id="272" name="快递柜 J-272">
            <a:extLst>
              <a:ext uri="{FF2B5EF4-FFF2-40B4-BE49-F238E27FC236}">
                <a16:creationId xmlns:a16="http://schemas.microsoft.com/office/drawing/2014/main" id="{9A53E526-CFA4-4D38-9D61-8FDE2D45FD29}"/>
              </a:ext>
            </a:extLst>
          </p:cNvPr>
          <p:cNvSpPr txBox="1">
            <a:spLocks noGrp="1"/>
          </p:cNvSpPr>
          <p:nvPr/>
        </p:nvSpPr>
        <p:spPr>
          <a:xfrm>
            <a:off x="5819775" y="4800600"/>
            <a:ext cx="2276475" cy="1190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38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938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快递柜 J</a:t>
            </a:r>
          </a:p>
        </p:txBody>
      </p:sp>
      <p:sp>
        <p:nvSpPr>
          <p:cNvPr id="273" name="快递柜 I-273">
            <a:extLst>
              <a:ext uri="{FF2B5EF4-FFF2-40B4-BE49-F238E27FC236}">
                <a16:creationId xmlns:a16="http://schemas.microsoft.com/office/drawing/2014/main" id="{3692528E-70BE-45BC-86C5-056762C3A697}"/>
              </a:ext>
            </a:extLst>
          </p:cNvPr>
          <p:cNvSpPr txBox="1">
            <a:spLocks noGrp="1"/>
          </p:cNvSpPr>
          <p:nvPr/>
        </p:nvSpPr>
        <p:spPr>
          <a:xfrm>
            <a:off x="5819775" y="4900613"/>
            <a:ext cx="2276475" cy="1190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38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938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快递柜 I</a:t>
            </a:r>
          </a:p>
        </p:txBody>
      </p:sp>
      <p:sp>
        <p:nvSpPr>
          <p:cNvPr id="274" name="签收终端-274">
            <a:extLst>
              <a:ext uri="{FF2B5EF4-FFF2-40B4-BE49-F238E27FC236}">
                <a16:creationId xmlns:a16="http://schemas.microsoft.com/office/drawing/2014/main" id="{DE1B8FD7-3472-4431-8FC1-9286B56DB4EE}"/>
              </a:ext>
            </a:extLst>
          </p:cNvPr>
          <p:cNvSpPr>
            <a:spLocks noGrp="1"/>
          </p:cNvSpPr>
          <p:nvPr/>
        </p:nvSpPr>
        <p:spPr>
          <a:xfrm>
            <a:off x="5600700" y="4781550"/>
            <a:ext cx="180975" cy="247650"/>
          </a:xfrm>
          <a:prstGeom prst="rect">
            <a:avLst/>
          </a:prstGeom>
          <a:solidFill>
            <a:srgbClr val="706B73"/>
          </a:solidFill>
          <a:ln w="6668">
            <a:solidFill>
              <a:srgbClr val="514D56"/>
            </a:solidFill>
          </a:ln>
        </p:spPr>
      </p:sp>
      <p:sp>
        <p:nvSpPr>
          <p:cNvPr id="275" name="终端屏幕-275">
            <a:extLst>
              <a:ext uri="{FF2B5EF4-FFF2-40B4-BE49-F238E27FC236}">
                <a16:creationId xmlns:a16="http://schemas.microsoft.com/office/drawing/2014/main" id="{918C773B-A99C-4502-A698-76301CFF209F}"/>
              </a:ext>
            </a:extLst>
          </p:cNvPr>
          <p:cNvSpPr>
            <a:spLocks noGrp="1"/>
          </p:cNvSpPr>
          <p:nvPr/>
        </p:nvSpPr>
        <p:spPr>
          <a:xfrm>
            <a:off x="5657850" y="4838700"/>
            <a:ext cx="57150" cy="123825"/>
          </a:xfrm>
          <a:prstGeom prst="rect">
            <a:avLst/>
          </a:prstGeom>
          <a:solidFill>
            <a:srgbClr val="F4F3F6"/>
          </a:solidFill>
          <a:ln w="0">
            <a:noFill/>
          </a:ln>
        </p:spPr>
      </p:sp>
      <p:sp>
        <p:nvSpPr>
          <p:cNvPr id="276" name="签 收 处-276">
            <a:extLst>
              <a:ext uri="{FF2B5EF4-FFF2-40B4-BE49-F238E27FC236}">
                <a16:creationId xmlns:a16="http://schemas.microsoft.com/office/drawing/2014/main" id="{1925FC85-A0BF-438D-8834-7049F11059F4}"/>
              </a:ext>
            </a:extLst>
          </p:cNvPr>
          <p:cNvSpPr txBox="1">
            <a:spLocks noGrp="1"/>
          </p:cNvSpPr>
          <p:nvPr/>
        </p:nvSpPr>
        <p:spPr>
          <a:xfrm>
            <a:off x="5353050" y="4733925"/>
            <a:ext cx="200025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75" b="0" i="0">
                <a:solidFill>
                  <a:srgbClr val="B75C56"/>
                </a:solidFill>
                <a:latin typeface="Songti SC"/>
                <a:ea typeface="Songti SC"/>
                <a:cs typeface="Songti SC"/>
              </a:defRPr>
            </a:pPr>
            <a:r>
              <a:rPr sz="1275" b="0" i="0">
                <a:solidFill>
                  <a:srgbClr val="B75C56"/>
                </a:solidFill>
                <a:latin typeface="Songti SC"/>
                <a:ea typeface="Songti SC"/>
                <a:cs typeface="Songti SC"/>
              </a:rPr>
              <a:t>签</a:t>
            </a:r>
          </a:p>
          <a:p>
            <a:pPr algn="ctr">
              <a:lnSpc>
                <a:spcPct val="100000"/>
              </a:lnSpc>
              <a:buNone/>
              <a:defRPr sz="1275" b="0" i="0">
                <a:solidFill>
                  <a:srgbClr val="B75C56"/>
                </a:solidFill>
                <a:latin typeface="Songti SC"/>
                <a:ea typeface="Songti SC"/>
                <a:cs typeface="Songti SC"/>
              </a:defRPr>
            </a:pPr>
            <a:r>
              <a:rPr sz="1275" b="0" i="0">
                <a:solidFill>
                  <a:srgbClr val="B75C56"/>
                </a:solidFill>
                <a:latin typeface="Songti SC"/>
                <a:ea typeface="Songti SC"/>
                <a:cs typeface="Songti SC"/>
              </a:rPr>
              <a:t>收</a:t>
            </a:r>
          </a:p>
          <a:p>
            <a:pPr algn="ctr">
              <a:lnSpc>
                <a:spcPct val="100000"/>
              </a:lnSpc>
              <a:buNone/>
              <a:defRPr sz="1275" b="0" i="0">
                <a:solidFill>
                  <a:srgbClr val="B75C56"/>
                </a:solidFill>
                <a:latin typeface="Songti SC"/>
                <a:ea typeface="Songti SC"/>
                <a:cs typeface="Songti SC"/>
              </a:defRPr>
            </a:pPr>
            <a:r>
              <a:rPr sz="1275" b="0" i="0">
                <a:solidFill>
                  <a:srgbClr val="B75C56"/>
                </a:solidFill>
                <a:latin typeface="Songti SC"/>
                <a:ea typeface="Songti SC"/>
                <a:cs typeface="Songti SC"/>
              </a:rPr>
              <a:t>处</a:t>
            </a:r>
          </a:p>
        </p:txBody>
      </p:sp>
      <p:sp>
        <p:nvSpPr>
          <p:cNvPr id="277" name="快递柜区-277">
            <a:extLst>
              <a:ext uri="{FF2B5EF4-FFF2-40B4-BE49-F238E27FC236}">
                <a16:creationId xmlns:a16="http://schemas.microsoft.com/office/drawing/2014/main" id="{18691369-9C43-4E45-B08C-75B9F49BA29C}"/>
              </a:ext>
            </a:extLst>
          </p:cNvPr>
          <p:cNvSpPr>
            <a:spLocks noGrp="1"/>
          </p:cNvSpPr>
          <p:nvPr/>
        </p:nvSpPr>
        <p:spPr>
          <a:xfrm>
            <a:off x="6753225" y="5067300"/>
            <a:ext cx="140017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 b="0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endParaRPr sz="2550" b="0" i="0" dirty="0">
              <a:solidFill>
                <a:srgbClr val="17151A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278" name="快递柜D-278">
            <a:extLst>
              <a:ext uri="{FF2B5EF4-FFF2-40B4-BE49-F238E27FC236}">
                <a16:creationId xmlns:a16="http://schemas.microsoft.com/office/drawing/2014/main" id="{513F9916-B928-4B73-987C-3134C66577E2}"/>
              </a:ext>
            </a:extLst>
          </p:cNvPr>
          <p:cNvSpPr>
            <a:spLocks noGrp="1"/>
          </p:cNvSpPr>
          <p:nvPr/>
        </p:nvSpPr>
        <p:spPr>
          <a:xfrm>
            <a:off x="5781675" y="5514975"/>
            <a:ext cx="2352675" cy="100013"/>
          </a:xfrm>
          <a:prstGeom prst="rect">
            <a:avLst/>
          </a:prstGeom>
          <a:solidFill>
            <a:srgbClr val="DFDCE3"/>
          </a:solidFill>
          <a:ln w="6191">
            <a:solidFill>
              <a:srgbClr val="88818E"/>
            </a:solidFill>
          </a:ln>
        </p:spPr>
      </p:sp>
      <p:sp>
        <p:nvSpPr>
          <p:cNvPr id="279" name="快递柜C-279">
            <a:extLst>
              <a:ext uri="{FF2B5EF4-FFF2-40B4-BE49-F238E27FC236}">
                <a16:creationId xmlns:a16="http://schemas.microsoft.com/office/drawing/2014/main" id="{FC438447-EC14-46AB-8ADD-F2451C3CCA1D}"/>
              </a:ext>
            </a:extLst>
          </p:cNvPr>
          <p:cNvSpPr>
            <a:spLocks noGrp="1"/>
          </p:cNvSpPr>
          <p:nvPr/>
        </p:nvSpPr>
        <p:spPr>
          <a:xfrm>
            <a:off x="5781675" y="5614988"/>
            <a:ext cx="2352675" cy="100013"/>
          </a:xfrm>
          <a:prstGeom prst="rect">
            <a:avLst/>
          </a:prstGeom>
          <a:solidFill>
            <a:srgbClr val="DFDCE3"/>
          </a:solidFill>
          <a:ln w="6191">
            <a:solidFill>
              <a:srgbClr val="88818E"/>
            </a:solidFill>
          </a:ln>
        </p:spPr>
      </p:sp>
      <p:sp>
        <p:nvSpPr>
          <p:cNvPr id="280" name="快递柜 D-280">
            <a:extLst>
              <a:ext uri="{FF2B5EF4-FFF2-40B4-BE49-F238E27FC236}">
                <a16:creationId xmlns:a16="http://schemas.microsoft.com/office/drawing/2014/main" id="{F20B344F-4EC1-426A-965F-5ECDCA91206C}"/>
              </a:ext>
            </a:extLst>
          </p:cNvPr>
          <p:cNvSpPr txBox="1">
            <a:spLocks noGrp="1"/>
          </p:cNvSpPr>
          <p:nvPr/>
        </p:nvSpPr>
        <p:spPr>
          <a:xfrm>
            <a:off x="5819775" y="5505450"/>
            <a:ext cx="2276475" cy="1190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38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938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快递柜 D</a:t>
            </a:r>
          </a:p>
        </p:txBody>
      </p:sp>
      <p:sp>
        <p:nvSpPr>
          <p:cNvPr id="281" name="快递柜 C-281">
            <a:extLst>
              <a:ext uri="{FF2B5EF4-FFF2-40B4-BE49-F238E27FC236}">
                <a16:creationId xmlns:a16="http://schemas.microsoft.com/office/drawing/2014/main" id="{F7FDCE31-E83C-4E0D-8948-64F3D6DD5759}"/>
              </a:ext>
            </a:extLst>
          </p:cNvPr>
          <p:cNvSpPr txBox="1">
            <a:spLocks noGrp="1"/>
          </p:cNvSpPr>
          <p:nvPr/>
        </p:nvSpPr>
        <p:spPr>
          <a:xfrm>
            <a:off x="5819775" y="5605463"/>
            <a:ext cx="2276475" cy="1190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38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938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快递柜 C</a:t>
            </a:r>
          </a:p>
        </p:txBody>
      </p:sp>
      <p:sp>
        <p:nvSpPr>
          <p:cNvPr id="282" name="极兔-282">
            <a:extLst>
              <a:ext uri="{FF2B5EF4-FFF2-40B4-BE49-F238E27FC236}">
                <a16:creationId xmlns:a16="http://schemas.microsoft.com/office/drawing/2014/main" id="{6975D50C-1D60-4442-826B-5D81D38DD40A}"/>
              </a:ext>
            </a:extLst>
          </p:cNvPr>
          <p:cNvSpPr txBox="1">
            <a:spLocks noGrp="1"/>
          </p:cNvSpPr>
          <p:nvPr/>
        </p:nvSpPr>
        <p:spPr>
          <a:xfrm>
            <a:off x="6219825" y="5638800"/>
            <a:ext cx="56197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500" b="1" i="0" dirty="0" err="1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极兔</a:t>
            </a:r>
            <a:endParaRPr sz="1500" b="1" i="0" dirty="0">
              <a:solidFill>
                <a:srgbClr val="17151A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283" name="边界-283">
            <a:extLst>
              <a:ext uri="{FF2B5EF4-FFF2-40B4-BE49-F238E27FC236}">
                <a16:creationId xmlns:a16="http://schemas.microsoft.com/office/drawing/2014/main" id="{041D4A54-5112-419C-858F-6D45931AD0CD}"/>
              </a:ext>
            </a:extLst>
          </p:cNvPr>
          <p:cNvSpPr>
            <a:spLocks noGrp="1"/>
          </p:cNvSpPr>
          <p:nvPr/>
        </p:nvSpPr>
        <p:spPr>
          <a:xfrm>
            <a:off x="5648325" y="6124575"/>
            <a:ext cx="2505075" cy="0"/>
          </a:xfrm>
          <a:prstGeom prst="line">
            <a:avLst/>
          </a:prstGeom>
          <a:noFill/>
          <a:ln w="11430">
            <a:solidFill>
              <a:srgbClr val="46424A"/>
            </a:solidFill>
          </a:ln>
        </p:spPr>
      </p:sp>
      <p:sp>
        <p:nvSpPr>
          <p:cNvPr id="284" name="中部入口缺口-284">
            <a:extLst>
              <a:ext uri="{FF2B5EF4-FFF2-40B4-BE49-F238E27FC236}">
                <a16:creationId xmlns:a16="http://schemas.microsoft.com/office/drawing/2014/main" id="{1C2249DF-9A2A-4F20-8F4B-77849EB1D11D}"/>
              </a:ext>
            </a:extLst>
          </p:cNvPr>
          <p:cNvSpPr>
            <a:spLocks noGrp="1"/>
          </p:cNvSpPr>
          <p:nvPr/>
        </p:nvSpPr>
        <p:spPr>
          <a:xfrm>
            <a:off x="7991475" y="6086475"/>
            <a:ext cx="238125" cy="1047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85" name="出入口-285">
            <a:extLst>
              <a:ext uri="{FF2B5EF4-FFF2-40B4-BE49-F238E27FC236}">
                <a16:creationId xmlns:a16="http://schemas.microsoft.com/office/drawing/2014/main" id="{4F66C2DC-3BCC-4169-B97A-AD737CCF0D8A}"/>
              </a:ext>
            </a:extLst>
          </p:cNvPr>
          <p:cNvSpPr txBox="1">
            <a:spLocks noGrp="1"/>
          </p:cNvSpPr>
          <p:nvPr/>
        </p:nvSpPr>
        <p:spPr>
          <a:xfrm>
            <a:off x="8096250" y="5934075"/>
            <a:ext cx="7334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650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出入口</a:t>
            </a:r>
          </a:p>
        </p:txBody>
      </p:sp>
      <p:sp>
        <p:nvSpPr>
          <p:cNvPr id="286" name="中通KTMN北架-1-286">
            <a:extLst>
              <a:ext uri="{FF2B5EF4-FFF2-40B4-BE49-F238E27FC236}">
                <a16:creationId xmlns:a16="http://schemas.microsoft.com/office/drawing/2014/main" id="{02CE4E95-292A-4211-925D-B71D1FC4C6BC}"/>
              </a:ext>
            </a:extLst>
          </p:cNvPr>
          <p:cNvSpPr>
            <a:spLocks noGrp="1"/>
          </p:cNvSpPr>
          <p:nvPr/>
        </p:nvSpPr>
        <p:spPr>
          <a:xfrm>
            <a:off x="9144000" y="2305050"/>
            <a:ext cx="367393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87" name="中通KTMN北架-2-287">
            <a:extLst>
              <a:ext uri="{FF2B5EF4-FFF2-40B4-BE49-F238E27FC236}">
                <a16:creationId xmlns:a16="http://schemas.microsoft.com/office/drawing/2014/main" id="{45059905-6A6D-437C-AFAF-089D405A2621}"/>
              </a:ext>
            </a:extLst>
          </p:cNvPr>
          <p:cNvSpPr>
            <a:spLocks noGrp="1"/>
          </p:cNvSpPr>
          <p:nvPr/>
        </p:nvSpPr>
        <p:spPr>
          <a:xfrm>
            <a:off x="9511393" y="2305050"/>
            <a:ext cx="367393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88" name="中通KTMN北架-3-288">
            <a:extLst>
              <a:ext uri="{FF2B5EF4-FFF2-40B4-BE49-F238E27FC236}">
                <a16:creationId xmlns:a16="http://schemas.microsoft.com/office/drawing/2014/main" id="{B8E1FA0E-E93F-4522-9495-AC60A0DA1CC5}"/>
              </a:ext>
            </a:extLst>
          </p:cNvPr>
          <p:cNvSpPr>
            <a:spLocks noGrp="1"/>
          </p:cNvSpPr>
          <p:nvPr/>
        </p:nvSpPr>
        <p:spPr>
          <a:xfrm>
            <a:off x="9878786" y="2305050"/>
            <a:ext cx="367393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89" name="中通KTMN北架-4-289">
            <a:extLst>
              <a:ext uri="{FF2B5EF4-FFF2-40B4-BE49-F238E27FC236}">
                <a16:creationId xmlns:a16="http://schemas.microsoft.com/office/drawing/2014/main" id="{81C0F9BB-DDD2-42BD-8195-521CA9EE9FB0}"/>
              </a:ext>
            </a:extLst>
          </p:cNvPr>
          <p:cNvSpPr>
            <a:spLocks noGrp="1"/>
          </p:cNvSpPr>
          <p:nvPr/>
        </p:nvSpPr>
        <p:spPr>
          <a:xfrm>
            <a:off x="10246179" y="2305050"/>
            <a:ext cx="367393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90" name="中通KTMN北架-5-290">
            <a:extLst>
              <a:ext uri="{FF2B5EF4-FFF2-40B4-BE49-F238E27FC236}">
                <a16:creationId xmlns:a16="http://schemas.microsoft.com/office/drawing/2014/main" id="{74E0614A-2EFF-42F5-BD97-15F74A7BC343}"/>
              </a:ext>
            </a:extLst>
          </p:cNvPr>
          <p:cNvSpPr>
            <a:spLocks noGrp="1"/>
          </p:cNvSpPr>
          <p:nvPr/>
        </p:nvSpPr>
        <p:spPr>
          <a:xfrm>
            <a:off x="10613571" y="2305050"/>
            <a:ext cx="367393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91" name="中通KTMN北架-6-291">
            <a:extLst>
              <a:ext uri="{FF2B5EF4-FFF2-40B4-BE49-F238E27FC236}">
                <a16:creationId xmlns:a16="http://schemas.microsoft.com/office/drawing/2014/main" id="{54F05A48-C4AD-4FC2-98D0-F7ED97059700}"/>
              </a:ext>
            </a:extLst>
          </p:cNvPr>
          <p:cNvSpPr>
            <a:spLocks noGrp="1"/>
          </p:cNvSpPr>
          <p:nvPr/>
        </p:nvSpPr>
        <p:spPr>
          <a:xfrm>
            <a:off x="10980964" y="2305050"/>
            <a:ext cx="367393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92" name="中通KTMN北架-7-292">
            <a:extLst>
              <a:ext uri="{FF2B5EF4-FFF2-40B4-BE49-F238E27FC236}">
                <a16:creationId xmlns:a16="http://schemas.microsoft.com/office/drawing/2014/main" id="{B033FE75-A685-4194-A15B-F38366B01B3C}"/>
              </a:ext>
            </a:extLst>
          </p:cNvPr>
          <p:cNvSpPr>
            <a:spLocks noGrp="1"/>
          </p:cNvSpPr>
          <p:nvPr/>
        </p:nvSpPr>
        <p:spPr>
          <a:xfrm>
            <a:off x="11348357" y="2305050"/>
            <a:ext cx="367393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93" name="中通KTMN东架-1-293">
            <a:extLst>
              <a:ext uri="{FF2B5EF4-FFF2-40B4-BE49-F238E27FC236}">
                <a16:creationId xmlns:a16="http://schemas.microsoft.com/office/drawing/2014/main" id="{90812835-A352-464C-8EBF-F08B6CDC5148}"/>
              </a:ext>
            </a:extLst>
          </p:cNvPr>
          <p:cNvSpPr>
            <a:spLocks noGrp="1"/>
          </p:cNvSpPr>
          <p:nvPr/>
        </p:nvSpPr>
        <p:spPr>
          <a:xfrm>
            <a:off x="11715750" y="2390775"/>
            <a:ext cx="104775" cy="2413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94" name="中通KTMN东架-2-294">
            <a:extLst>
              <a:ext uri="{FF2B5EF4-FFF2-40B4-BE49-F238E27FC236}">
                <a16:creationId xmlns:a16="http://schemas.microsoft.com/office/drawing/2014/main" id="{7BE89003-9CAC-4AD2-8834-B8DAF2B06DED}"/>
              </a:ext>
            </a:extLst>
          </p:cNvPr>
          <p:cNvSpPr>
            <a:spLocks noGrp="1"/>
          </p:cNvSpPr>
          <p:nvPr/>
        </p:nvSpPr>
        <p:spPr>
          <a:xfrm>
            <a:off x="11715750" y="2632075"/>
            <a:ext cx="104775" cy="2413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95" name="中通KTMN东架-3-295">
            <a:extLst>
              <a:ext uri="{FF2B5EF4-FFF2-40B4-BE49-F238E27FC236}">
                <a16:creationId xmlns:a16="http://schemas.microsoft.com/office/drawing/2014/main" id="{CF1833C7-8B9B-49AB-9354-EF1609ADF91D}"/>
              </a:ext>
            </a:extLst>
          </p:cNvPr>
          <p:cNvSpPr>
            <a:spLocks noGrp="1"/>
          </p:cNvSpPr>
          <p:nvPr/>
        </p:nvSpPr>
        <p:spPr>
          <a:xfrm>
            <a:off x="11715750" y="2873375"/>
            <a:ext cx="104775" cy="2413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96" name="中通KTMN中架-1-296">
            <a:extLst>
              <a:ext uri="{FF2B5EF4-FFF2-40B4-BE49-F238E27FC236}">
                <a16:creationId xmlns:a16="http://schemas.microsoft.com/office/drawing/2014/main" id="{19D87984-26D1-476F-8DD1-BB78EFC672C3}"/>
              </a:ext>
            </a:extLst>
          </p:cNvPr>
          <p:cNvSpPr>
            <a:spLocks noGrp="1"/>
          </p:cNvSpPr>
          <p:nvPr/>
        </p:nvSpPr>
        <p:spPr>
          <a:xfrm>
            <a:off x="9153525" y="2657475"/>
            <a:ext cx="366032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97" name="中通KTMN中架-2-297">
            <a:extLst>
              <a:ext uri="{FF2B5EF4-FFF2-40B4-BE49-F238E27FC236}">
                <a16:creationId xmlns:a16="http://schemas.microsoft.com/office/drawing/2014/main" id="{FEA47905-676C-4D5C-951E-C75CB2741A58}"/>
              </a:ext>
            </a:extLst>
          </p:cNvPr>
          <p:cNvSpPr>
            <a:spLocks noGrp="1"/>
          </p:cNvSpPr>
          <p:nvPr/>
        </p:nvSpPr>
        <p:spPr>
          <a:xfrm>
            <a:off x="9519557" y="2657475"/>
            <a:ext cx="366032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98" name="中通KTMN中架-3-298">
            <a:extLst>
              <a:ext uri="{FF2B5EF4-FFF2-40B4-BE49-F238E27FC236}">
                <a16:creationId xmlns:a16="http://schemas.microsoft.com/office/drawing/2014/main" id="{EB5E4C31-2B18-46C5-8551-9846D9B8AB24}"/>
              </a:ext>
            </a:extLst>
          </p:cNvPr>
          <p:cNvSpPr>
            <a:spLocks noGrp="1"/>
          </p:cNvSpPr>
          <p:nvPr/>
        </p:nvSpPr>
        <p:spPr>
          <a:xfrm>
            <a:off x="9885589" y="2657475"/>
            <a:ext cx="366032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99" name="中通KTMN中架-4-299">
            <a:extLst>
              <a:ext uri="{FF2B5EF4-FFF2-40B4-BE49-F238E27FC236}">
                <a16:creationId xmlns:a16="http://schemas.microsoft.com/office/drawing/2014/main" id="{81ADADE0-38C0-4355-913E-8BC33F1BADC4}"/>
              </a:ext>
            </a:extLst>
          </p:cNvPr>
          <p:cNvSpPr>
            <a:spLocks noGrp="1"/>
          </p:cNvSpPr>
          <p:nvPr/>
        </p:nvSpPr>
        <p:spPr>
          <a:xfrm>
            <a:off x="10251621" y="2657475"/>
            <a:ext cx="366032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00" name="中通KTMN中架-5-300">
            <a:extLst>
              <a:ext uri="{FF2B5EF4-FFF2-40B4-BE49-F238E27FC236}">
                <a16:creationId xmlns:a16="http://schemas.microsoft.com/office/drawing/2014/main" id="{BDC0E7D0-AE2C-454B-890B-4227E52B9A55}"/>
              </a:ext>
            </a:extLst>
          </p:cNvPr>
          <p:cNvSpPr>
            <a:spLocks noGrp="1"/>
          </p:cNvSpPr>
          <p:nvPr/>
        </p:nvSpPr>
        <p:spPr>
          <a:xfrm>
            <a:off x="10617654" y="2657475"/>
            <a:ext cx="366032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01" name="中通KTMN中架-6-301">
            <a:extLst>
              <a:ext uri="{FF2B5EF4-FFF2-40B4-BE49-F238E27FC236}">
                <a16:creationId xmlns:a16="http://schemas.microsoft.com/office/drawing/2014/main" id="{1D52FC38-B8AB-45D3-908F-65E23B48CEFD}"/>
              </a:ext>
            </a:extLst>
          </p:cNvPr>
          <p:cNvSpPr>
            <a:spLocks noGrp="1"/>
          </p:cNvSpPr>
          <p:nvPr/>
        </p:nvSpPr>
        <p:spPr>
          <a:xfrm>
            <a:off x="10983686" y="2657475"/>
            <a:ext cx="366032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02" name="中通KTMN中架-7-302">
            <a:extLst>
              <a:ext uri="{FF2B5EF4-FFF2-40B4-BE49-F238E27FC236}">
                <a16:creationId xmlns:a16="http://schemas.microsoft.com/office/drawing/2014/main" id="{ED8A66E5-343A-4899-8256-FB66A0F0D9D6}"/>
              </a:ext>
            </a:extLst>
          </p:cNvPr>
          <p:cNvSpPr>
            <a:spLocks noGrp="1"/>
          </p:cNvSpPr>
          <p:nvPr/>
        </p:nvSpPr>
        <p:spPr>
          <a:xfrm>
            <a:off x="11349718" y="2657475"/>
            <a:ext cx="366032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03" name="中通KTMN中架-1-303">
            <a:extLst>
              <a:ext uri="{FF2B5EF4-FFF2-40B4-BE49-F238E27FC236}">
                <a16:creationId xmlns:a16="http://schemas.microsoft.com/office/drawing/2014/main" id="{EA5C941C-E74A-4E17-B387-456E5CAA3D7A}"/>
              </a:ext>
            </a:extLst>
          </p:cNvPr>
          <p:cNvSpPr>
            <a:spLocks noGrp="1"/>
          </p:cNvSpPr>
          <p:nvPr/>
        </p:nvSpPr>
        <p:spPr>
          <a:xfrm>
            <a:off x="9153525" y="2743200"/>
            <a:ext cx="366032" cy="762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04" name="中通KTMN中架-2-304">
            <a:extLst>
              <a:ext uri="{FF2B5EF4-FFF2-40B4-BE49-F238E27FC236}">
                <a16:creationId xmlns:a16="http://schemas.microsoft.com/office/drawing/2014/main" id="{B0B04A40-EA97-4134-B8C4-AE7D43C73677}"/>
              </a:ext>
            </a:extLst>
          </p:cNvPr>
          <p:cNvSpPr>
            <a:spLocks noGrp="1"/>
          </p:cNvSpPr>
          <p:nvPr/>
        </p:nvSpPr>
        <p:spPr>
          <a:xfrm>
            <a:off x="9519557" y="2743200"/>
            <a:ext cx="366032" cy="762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05" name="中通KTMN中架-3-305">
            <a:extLst>
              <a:ext uri="{FF2B5EF4-FFF2-40B4-BE49-F238E27FC236}">
                <a16:creationId xmlns:a16="http://schemas.microsoft.com/office/drawing/2014/main" id="{9314A15C-3626-486C-9F07-86A4D096BA9B}"/>
              </a:ext>
            </a:extLst>
          </p:cNvPr>
          <p:cNvSpPr>
            <a:spLocks noGrp="1"/>
          </p:cNvSpPr>
          <p:nvPr/>
        </p:nvSpPr>
        <p:spPr>
          <a:xfrm>
            <a:off x="9885589" y="2743200"/>
            <a:ext cx="366032" cy="762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06" name="中通KTMN中架-4-306">
            <a:extLst>
              <a:ext uri="{FF2B5EF4-FFF2-40B4-BE49-F238E27FC236}">
                <a16:creationId xmlns:a16="http://schemas.microsoft.com/office/drawing/2014/main" id="{65461A3F-E8BF-4CDF-ABEF-CB487D02A3A9}"/>
              </a:ext>
            </a:extLst>
          </p:cNvPr>
          <p:cNvSpPr>
            <a:spLocks noGrp="1"/>
          </p:cNvSpPr>
          <p:nvPr/>
        </p:nvSpPr>
        <p:spPr>
          <a:xfrm>
            <a:off x="10251621" y="2743200"/>
            <a:ext cx="366032" cy="762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07" name="中通KTMN中架-5-307">
            <a:extLst>
              <a:ext uri="{FF2B5EF4-FFF2-40B4-BE49-F238E27FC236}">
                <a16:creationId xmlns:a16="http://schemas.microsoft.com/office/drawing/2014/main" id="{AF4DBD37-C2CD-4C44-B531-DF2C1F99CB57}"/>
              </a:ext>
            </a:extLst>
          </p:cNvPr>
          <p:cNvSpPr>
            <a:spLocks noGrp="1"/>
          </p:cNvSpPr>
          <p:nvPr/>
        </p:nvSpPr>
        <p:spPr>
          <a:xfrm>
            <a:off x="10617654" y="2743200"/>
            <a:ext cx="366032" cy="762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08" name="中通KTMN中架-6-308">
            <a:extLst>
              <a:ext uri="{FF2B5EF4-FFF2-40B4-BE49-F238E27FC236}">
                <a16:creationId xmlns:a16="http://schemas.microsoft.com/office/drawing/2014/main" id="{3B306E2E-3B56-4863-BE72-DE071A6D0E39}"/>
              </a:ext>
            </a:extLst>
          </p:cNvPr>
          <p:cNvSpPr>
            <a:spLocks noGrp="1"/>
          </p:cNvSpPr>
          <p:nvPr/>
        </p:nvSpPr>
        <p:spPr>
          <a:xfrm>
            <a:off x="10983686" y="2743200"/>
            <a:ext cx="366032" cy="762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09" name="中通KTMN中架-7-309">
            <a:extLst>
              <a:ext uri="{FF2B5EF4-FFF2-40B4-BE49-F238E27FC236}">
                <a16:creationId xmlns:a16="http://schemas.microsoft.com/office/drawing/2014/main" id="{0FBA7231-0BD9-483E-8347-7115A35B33E5}"/>
              </a:ext>
            </a:extLst>
          </p:cNvPr>
          <p:cNvSpPr>
            <a:spLocks noGrp="1"/>
          </p:cNvSpPr>
          <p:nvPr/>
        </p:nvSpPr>
        <p:spPr>
          <a:xfrm>
            <a:off x="11349718" y="2743200"/>
            <a:ext cx="366032" cy="762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10" name="中通KTMN南架-1-310">
            <a:extLst>
              <a:ext uri="{FF2B5EF4-FFF2-40B4-BE49-F238E27FC236}">
                <a16:creationId xmlns:a16="http://schemas.microsoft.com/office/drawing/2014/main" id="{8D15AFE2-84BC-4A76-8B3A-384B193B7FDA}"/>
              </a:ext>
            </a:extLst>
          </p:cNvPr>
          <p:cNvSpPr>
            <a:spLocks noGrp="1"/>
          </p:cNvSpPr>
          <p:nvPr/>
        </p:nvSpPr>
        <p:spPr>
          <a:xfrm>
            <a:off x="8839200" y="3114675"/>
            <a:ext cx="359569" cy="762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11" name="中通KTMN南架-2-311">
            <a:extLst>
              <a:ext uri="{FF2B5EF4-FFF2-40B4-BE49-F238E27FC236}">
                <a16:creationId xmlns:a16="http://schemas.microsoft.com/office/drawing/2014/main" id="{8419C45D-0DC6-4092-BD65-0C0838123C5C}"/>
              </a:ext>
            </a:extLst>
          </p:cNvPr>
          <p:cNvSpPr>
            <a:spLocks noGrp="1"/>
          </p:cNvSpPr>
          <p:nvPr/>
        </p:nvSpPr>
        <p:spPr>
          <a:xfrm>
            <a:off x="9198769" y="3114675"/>
            <a:ext cx="359569" cy="762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12" name="中通KTMN南架-3-312">
            <a:extLst>
              <a:ext uri="{FF2B5EF4-FFF2-40B4-BE49-F238E27FC236}">
                <a16:creationId xmlns:a16="http://schemas.microsoft.com/office/drawing/2014/main" id="{E80694D8-94A6-48C5-9DB1-2FF798A047FE}"/>
              </a:ext>
            </a:extLst>
          </p:cNvPr>
          <p:cNvSpPr>
            <a:spLocks noGrp="1"/>
          </p:cNvSpPr>
          <p:nvPr/>
        </p:nvSpPr>
        <p:spPr>
          <a:xfrm>
            <a:off x="9558338" y="3114675"/>
            <a:ext cx="359569" cy="762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13" name="中通KTMN南架-4-313">
            <a:extLst>
              <a:ext uri="{FF2B5EF4-FFF2-40B4-BE49-F238E27FC236}">
                <a16:creationId xmlns:a16="http://schemas.microsoft.com/office/drawing/2014/main" id="{CD09714D-FBD1-4BC4-973F-F41E2F4990DD}"/>
              </a:ext>
            </a:extLst>
          </p:cNvPr>
          <p:cNvSpPr>
            <a:spLocks noGrp="1"/>
          </p:cNvSpPr>
          <p:nvPr/>
        </p:nvSpPr>
        <p:spPr>
          <a:xfrm>
            <a:off x="9917906" y="3114675"/>
            <a:ext cx="359569" cy="762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14" name="中通KTMN南架-5-314">
            <a:extLst>
              <a:ext uri="{FF2B5EF4-FFF2-40B4-BE49-F238E27FC236}">
                <a16:creationId xmlns:a16="http://schemas.microsoft.com/office/drawing/2014/main" id="{3965EFAB-F953-495B-93C6-DCBD0109ABB0}"/>
              </a:ext>
            </a:extLst>
          </p:cNvPr>
          <p:cNvSpPr>
            <a:spLocks noGrp="1"/>
          </p:cNvSpPr>
          <p:nvPr/>
        </p:nvSpPr>
        <p:spPr>
          <a:xfrm>
            <a:off x="10277475" y="3114675"/>
            <a:ext cx="359569" cy="762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15" name="中通KTMN南架-6-315">
            <a:extLst>
              <a:ext uri="{FF2B5EF4-FFF2-40B4-BE49-F238E27FC236}">
                <a16:creationId xmlns:a16="http://schemas.microsoft.com/office/drawing/2014/main" id="{B123DC05-452A-4AFE-91D7-7EABC9F55A43}"/>
              </a:ext>
            </a:extLst>
          </p:cNvPr>
          <p:cNvSpPr>
            <a:spLocks noGrp="1"/>
          </p:cNvSpPr>
          <p:nvPr/>
        </p:nvSpPr>
        <p:spPr>
          <a:xfrm>
            <a:off x="10637044" y="3114675"/>
            <a:ext cx="359569" cy="762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16" name="中通KTMN南架-7-316">
            <a:extLst>
              <a:ext uri="{FF2B5EF4-FFF2-40B4-BE49-F238E27FC236}">
                <a16:creationId xmlns:a16="http://schemas.microsoft.com/office/drawing/2014/main" id="{1F9BF2B4-7069-4497-9343-CB9FBD4221E5}"/>
              </a:ext>
            </a:extLst>
          </p:cNvPr>
          <p:cNvSpPr>
            <a:spLocks noGrp="1"/>
          </p:cNvSpPr>
          <p:nvPr/>
        </p:nvSpPr>
        <p:spPr>
          <a:xfrm>
            <a:off x="10996613" y="3114675"/>
            <a:ext cx="359569" cy="762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17" name="中通KTMN南架-8-317">
            <a:extLst>
              <a:ext uri="{FF2B5EF4-FFF2-40B4-BE49-F238E27FC236}">
                <a16:creationId xmlns:a16="http://schemas.microsoft.com/office/drawing/2014/main" id="{962704B8-38EE-43C1-90CD-3CA69BC93C13}"/>
              </a:ext>
            </a:extLst>
          </p:cNvPr>
          <p:cNvSpPr>
            <a:spLocks noGrp="1"/>
          </p:cNvSpPr>
          <p:nvPr/>
        </p:nvSpPr>
        <p:spPr>
          <a:xfrm>
            <a:off x="11356181" y="3114675"/>
            <a:ext cx="359569" cy="7620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22" name="中通 K、T、M、N 开头-322">
            <a:extLst>
              <a:ext uri="{FF2B5EF4-FFF2-40B4-BE49-F238E27FC236}">
                <a16:creationId xmlns:a16="http://schemas.microsoft.com/office/drawing/2014/main" id="{31A7D701-2932-4AEA-8BE5-6F620FF44209}"/>
              </a:ext>
            </a:extLst>
          </p:cNvPr>
          <p:cNvSpPr txBox="1">
            <a:spLocks noGrp="1"/>
          </p:cNvSpPr>
          <p:nvPr/>
        </p:nvSpPr>
        <p:spPr>
          <a:xfrm>
            <a:off x="9715500" y="2819400"/>
            <a:ext cx="19907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350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中通 K、T、M、N 开头</a:t>
            </a:r>
          </a:p>
        </p:txBody>
      </p:sp>
      <p:sp>
        <p:nvSpPr>
          <p:cNvPr id="323" name="中通DY北架-1-323">
            <a:extLst>
              <a:ext uri="{FF2B5EF4-FFF2-40B4-BE49-F238E27FC236}">
                <a16:creationId xmlns:a16="http://schemas.microsoft.com/office/drawing/2014/main" id="{F9E1B7E7-1375-49B0-A193-84B27F2F7BB3}"/>
              </a:ext>
            </a:extLst>
          </p:cNvPr>
          <p:cNvSpPr>
            <a:spLocks noGrp="1"/>
          </p:cNvSpPr>
          <p:nvPr/>
        </p:nvSpPr>
        <p:spPr>
          <a:xfrm>
            <a:off x="9029700" y="3305175"/>
            <a:ext cx="368754" cy="9525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24" name="中通DY北架-2-324">
            <a:extLst>
              <a:ext uri="{FF2B5EF4-FFF2-40B4-BE49-F238E27FC236}">
                <a16:creationId xmlns:a16="http://schemas.microsoft.com/office/drawing/2014/main" id="{E7F06E28-D0FE-4DF3-A9A4-FB4198C6073D}"/>
              </a:ext>
            </a:extLst>
          </p:cNvPr>
          <p:cNvSpPr>
            <a:spLocks noGrp="1"/>
          </p:cNvSpPr>
          <p:nvPr/>
        </p:nvSpPr>
        <p:spPr>
          <a:xfrm>
            <a:off x="9398454" y="3305175"/>
            <a:ext cx="368754" cy="9525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25" name="中通DY北架-3-325">
            <a:extLst>
              <a:ext uri="{FF2B5EF4-FFF2-40B4-BE49-F238E27FC236}">
                <a16:creationId xmlns:a16="http://schemas.microsoft.com/office/drawing/2014/main" id="{3D1817C8-883E-448F-975A-F602F090106F}"/>
              </a:ext>
            </a:extLst>
          </p:cNvPr>
          <p:cNvSpPr>
            <a:spLocks noGrp="1"/>
          </p:cNvSpPr>
          <p:nvPr/>
        </p:nvSpPr>
        <p:spPr>
          <a:xfrm>
            <a:off x="9767207" y="3305175"/>
            <a:ext cx="368754" cy="9525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26" name="中通DY北架-4-326">
            <a:extLst>
              <a:ext uri="{FF2B5EF4-FFF2-40B4-BE49-F238E27FC236}">
                <a16:creationId xmlns:a16="http://schemas.microsoft.com/office/drawing/2014/main" id="{2E5FCBD6-08AB-480C-B93D-6BD49F7F75F8}"/>
              </a:ext>
            </a:extLst>
          </p:cNvPr>
          <p:cNvSpPr>
            <a:spLocks noGrp="1"/>
          </p:cNvSpPr>
          <p:nvPr/>
        </p:nvSpPr>
        <p:spPr>
          <a:xfrm>
            <a:off x="10135961" y="3305175"/>
            <a:ext cx="368754" cy="9525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27" name="中通DY北架-5-327">
            <a:extLst>
              <a:ext uri="{FF2B5EF4-FFF2-40B4-BE49-F238E27FC236}">
                <a16:creationId xmlns:a16="http://schemas.microsoft.com/office/drawing/2014/main" id="{3EBA1B32-51C6-43AD-B983-B6BBA04719CA}"/>
              </a:ext>
            </a:extLst>
          </p:cNvPr>
          <p:cNvSpPr>
            <a:spLocks noGrp="1"/>
          </p:cNvSpPr>
          <p:nvPr/>
        </p:nvSpPr>
        <p:spPr>
          <a:xfrm>
            <a:off x="10504714" y="3305175"/>
            <a:ext cx="368754" cy="9525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28" name="中通DY北架-6-328">
            <a:extLst>
              <a:ext uri="{FF2B5EF4-FFF2-40B4-BE49-F238E27FC236}">
                <a16:creationId xmlns:a16="http://schemas.microsoft.com/office/drawing/2014/main" id="{AF9D6C39-BE4B-4D00-A225-D828E7B12ED7}"/>
              </a:ext>
            </a:extLst>
          </p:cNvPr>
          <p:cNvSpPr>
            <a:spLocks noGrp="1"/>
          </p:cNvSpPr>
          <p:nvPr/>
        </p:nvSpPr>
        <p:spPr>
          <a:xfrm>
            <a:off x="10873468" y="3305175"/>
            <a:ext cx="368754" cy="9525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29" name="中通DY北架-7-329">
            <a:extLst>
              <a:ext uri="{FF2B5EF4-FFF2-40B4-BE49-F238E27FC236}">
                <a16:creationId xmlns:a16="http://schemas.microsoft.com/office/drawing/2014/main" id="{65BE0C7F-4BD2-4E7D-9C68-12A416AD0D39}"/>
              </a:ext>
            </a:extLst>
          </p:cNvPr>
          <p:cNvSpPr>
            <a:spLocks noGrp="1"/>
          </p:cNvSpPr>
          <p:nvPr/>
        </p:nvSpPr>
        <p:spPr>
          <a:xfrm>
            <a:off x="11242221" y="3305175"/>
            <a:ext cx="368754" cy="9525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30" name="中通DY东架-1-330">
            <a:extLst>
              <a:ext uri="{FF2B5EF4-FFF2-40B4-BE49-F238E27FC236}">
                <a16:creationId xmlns:a16="http://schemas.microsoft.com/office/drawing/2014/main" id="{A392C06D-14AA-4B20-9E1B-B9FA6C8F6558}"/>
              </a:ext>
            </a:extLst>
          </p:cNvPr>
          <p:cNvSpPr>
            <a:spLocks noGrp="1"/>
          </p:cNvSpPr>
          <p:nvPr/>
        </p:nvSpPr>
        <p:spPr>
          <a:xfrm>
            <a:off x="11610975" y="3305175"/>
            <a:ext cx="104775" cy="45085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31" name="中通DY东架-2-331">
            <a:extLst>
              <a:ext uri="{FF2B5EF4-FFF2-40B4-BE49-F238E27FC236}">
                <a16:creationId xmlns:a16="http://schemas.microsoft.com/office/drawing/2014/main" id="{D56F1979-B77C-4C2A-80EA-85CD05034B49}"/>
              </a:ext>
            </a:extLst>
          </p:cNvPr>
          <p:cNvSpPr>
            <a:spLocks noGrp="1"/>
          </p:cNvSpPr>
          <p:nvPr/>
        </p:nvSpPr>
        <p:spPr>
          <a:xfrm>
            <a:off x="11610975" y="3756025"/>
            <a:ext cx="104775" cy="45085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32" name="中通DY东架-3-332">
            <a:extLst>
              <a:ext uri="{FF2B5EF4-FFF2-40B4-BE49-F238E27FC236}">
                <a16:creationId xmlns:a16="http://schemas.microsoft.com/office/drawing/2014/main" id="{F8FA9128-57E1-4324-9344-A118E18FDFE3}"/>
              </a:ext>
            </a:extLst>
          </p:cNvPr>
          <p:cNvSpPr>
            <a:spLocks noGrp="1"/>
          </p:cNvSpPr>
          <p:nvPr/>
        </p:nvSpPr>
        <p:spPr>
          <a:xfrm>
            <a:off x="11610975" y="4206875"/>
            <a:ext cx="104775" cy="45085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33" name="中通DY中架-1-333">
            <a:extLst>
              <a:ext uri="{FF2B5EF4-FFF2-40B4-BE49-F238E27FC236}">
                <a16:creationId xmlns:a16="http://schemas.microsoft.com/office/drawing/2014/main" id="{C2F10DB0-128B-496F-9D60-DB7745E37CD3}"/>
              </a:ext>
            </a:extLst>
          </p:cNvPr>
          <p:cNvSpPr>
            <a:spLocks noGrp="1"/>
          </p:cNvSpPr>
          <p:nvPr/>
        </p:nvSpPr>
        <p:spPr>
          <a:xfrm>
            <a:off x="9029700" y="3676650"/>
            <a:ext cx="368754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34" name="中通DY中架-2-334">
            <a:extLst>
              <a:ext uri="{FF2B5EF4-FFF2-40B4-BE49-F238E27FC236}">
                <a16:creationId xmlns:a16="http://schemas.microsoft.com/office/drawing/2014/main" id="{7D534682-EAC6-4D85-BD01-CDA0D213DB46}"/>
              </a:ext>
            </a:extLst>
          </p:cNvPr>
          <p:cNvSpPr>
            <a:spLocks noGrp="1"/>
          </p:cNvSpPr>
          <p:nvPr/>
        </p:nvSpPr>
        <p:spPr>
          <a:xfrm>
            <a:off x="9398454" y="3676650"/>
            <a:ext cx="368754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35" name="中通DY中架-3-335">
            <a:extLst>
              <a:ext uri="{FF2B5EF4-FFF2-40B4-BE49-F238E27FC236}">
                <a16:creationId xmlns:a16="http://schemas.microsoft.com/office/drawing/2014/main" id="{1C9452F6-575B-4A4F-9F34-7C00B3DB08C2}"/>
              </a:ext>
            </a:extLst>
          </p:cNvPr>
          <p:cNvSpPr>
            <a:spLocks noGrp="1"/>
          </p:cNvSpPr>
          <p:nvPr/>
        </p:nvSpPr>
        <p:spPr>
          <a:xfrm>
            <a:off x="9767207" y="3676650"/>
            <a:ext cx="368754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36" name="中通DY中架-4-336">
            <a:extLst>
              <a:ext uri="{FF2B5EF4-FFF2-40B4-BE49-F238E27FC236}">
                <a16:creationId xmlns:a16="http://schemas.microsoft.com/office/drawing/2014/main" id="{66D1F6A5-EF88-4B3C-A4A8-97AAAE7146B2}"/>
              </a:ext>
            </a:extLst>
          </p:cNvPr>
          <p:cNvSpPr>
            <a:spLocks noGrp="1"/>
          </p:cNvSpPr>
          <p:nvPr/>
        </p:nvSpPr>
        <p:spPr>
          <a:xfrm>
            <a:off x="10135961" y="3676650"/>
            <a:ext cx="368754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37" name="中通DY中架-5-337">
            <a:extLst>
              <a:ext uri="{FF2B5EF4-FFF2-40B4-BE49-F238E27FC236}">
                <a16:creationId xmlns:a16="http://schemas.microsoft.com/office/drawing/2014/main" id="{72FC6D22-737D-4D20-8515-0FDF6CAF9785}"/>
              </a:ext>
            </a:extLst>
          </p:cNvPr>
          <p:cNvSpPr>
            <a:spLocks noGrp="1"/>
          </p:cNvSpPr>
          <p:nvPr/>
        </p:nvSpPr>
        <p:spPr>
          <a:xfrm>
            <a:off x="10504714" y="3676650"/>
            <a:ext cx="368754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38" name="中通DY中架-6-338">
            <a:extLst>
              <a:ext uri="{FF2B5EF4-FFF2-40B4-BE49-F238E27FC236}">
                <a16:creationId xmlns:a16="http://schemas.microsoft.com/office/drawing/2014/main" id="{AF47E542-AB38-4700-97A3-5A8EFF2F6C8D}"/>
              </a:ext>
            </a:extLst>
          </p:cNvPr>
          <p:cNvSpPr>
            <a:spLocks noGrp="1"/>
          </p:cNvSpPr>
          <p:nvPr/>
        </p:nvSpPr>
        <p:spPr>
          <a:xfrm>
            <a:off x="10873468" y="3676650"/>
            <a:ext cx="368754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39" name="中通DY中架-7-339">
            <a:extLst>
              <a:ext uri="{FF2B5EF4-FFF2-40B4-BE49-F238E27FC236}">
                <a16:creationId xmlns:a16="http://schemas.microsoft.com/office/drawing/2014/main" id="{C0A2B847-4CB4-4057-95F2-EC1D14B8F679}"/>
              </a:ext>
            </a:extLst>
          </p:cNvPr>
          <p:cNvSpPr>
            <a:spLocks noGrp="1"/>
          </p:cNvSpPr>
          <p:nvPr/>
        </p:nvSpPr>
        <p:spPr>
          <a:xfrm>
            <a:off x="11242221" y="3676650"/>
            <a:ext cx="368754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40" name="中通DY中架-1-340">
            <a:extLst>
              <a:ext uri="{FF2B5EF4-FFF2-40B4-BE49-F238E27FC236}">
                <a16:creationId xmlns:a16="http://schemas.microsoft.com/office/drawing/2014/main" id="{CF26C5AC-BE7C-448E-9616-5DE23E3895C1}"/>
              </a:ext>
            </a:extLst>
          </p:cNvPr>
          <p:cNvSpPr>
            <a:spLocks noGrp="1"/>
          </p:cNvSpPr>
          <p:nvPr/>
        </p:nvSpPr>
        <p:spPr>
          <a:xfrm>
            <a:off x="9029700" y="3762375"/>
            <a:ext cx="368754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41" name="中通DY中架-2-341">
            <a:extLst>
              <a:ext uri="{FF2B5EF4-FFF2-40B4-BE49-F238E27FC236}">
                <a16:creationId xmlns:a16="http://schemas.microsoft.com/office/drawing/2014/main" id="{A69EA77B-B856-4B31-BBD9-D75622167FB1}"/>
              </a:ext>
            </a:extLst>
          </p:cNvPr>
          <p:cNvSpPr>
            <a:spLocks noGrp="1"/>
          </p:cNvSpPr>
          <p:nvPr/>
        </p:nvSpPr>
        <p:spPr>
          <a:xfrm>
            <a:off x="9398454" y="3762375"/>
            <a:ext cx="368754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42" name="中通DY中架-3-342">
            <a:extLst>
              <a:ext uri="{FF2B5EF4-FFF2-40B4-BE49-F238E27FC236}">
                <a16:creationId xmlns:a16="http://schemas.microsoft.com/office/drawing/2014/main" id="{296419A6-F621-4C3B-B436-25EF10E22BB3}"/>
              </a:ext>
            </a:extLst>
          </p:cNvPr>
          <p:cNvSpPr>
            <a:spLocks noGrp="1"/>
          </p:cNvSpPr>
          <p:nvPr/>
        </p:nvSpPr>
        <p:spPr>
          <a:xfrm>
            <a:off x="9767207" y="3762375"/>
            <a:ext cx="368754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43" name="中通DY中架-4-343">
            <a:extLst>
              <a:ext uri="{FF2B5EF4-FFF2-40B4-BE49-F238E27FC236}">
                <a16:creationId xmlns:a16="http://schemas.microsoft.com/office/drawing/2014/main" id="{00DF7D43-65A9-42EB-9367-0E07845B4BE8}"/>
              </a:ext>
            </a:extLst>
          </p:cNvPr>
          <p:cNvSpPr>
            <a:spLocks noGrp="1"/>
          </p:cNvSpPr>
          <p:nvPr/>
        </p:nvSpPr>
        <p:spPr>
          <a:xfrm>
            <a:off x="10135961" y="3762375"/>
            <a:ext cx="368754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44" name="中通DY中架-5-344">
            <a:extLst>
              <a:ext uri="{FF2B5EF4-FFF2-40B4-BE49-F238E27FC236}">
                <a16:creationId xmlns:a16="http://schemas.microsoft.com/office/drawing/2014/main" id="{8A29BE84-3681-4ED8-87BA-563E092B8A87}"/>
              </a:ext>
            </a:extLst>
          </p:cNvPr>
          <p:cNvSpPr>
            <a:spLocks noGrp="1"/>
          </p:cNvSpPr>
          <p:nvPr/>
        </p:nvSpPr>
        <p:spPr>
          <a:xfrm>
            <a:off x="10504714" y="3762375"/>
            <a:ext cx="368754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45" name="中通DY中架-6-345">
            <a:extLst>
              <a:ext uri="{FF2B5EF4-FFF2-40B4-BE49-F238E27FC236}">
                <a16:creationId xmlns:a16="http://schemas.microsoft.com/office/drawing/2014/main" id="{EFD1B46A-EACF-4F9A-89D3-C863DEC64E17}"/>
              </a:ext>
            </a:extLst>
          </p:cNvPr>
          <p:cNvSpPr>
            <a:spLocks noGrp="1"/>
          </p:cNvSpPr>
          <p:nvPr/>
        </p:nvSpPr>
        <p:spPr>
          <a:xfrm>
            <a:off x="10873468" y="3762375"/>
            <a:ext cx="368754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46" name="中通DY中架-7-346">
            <a:extLst>
              <a:ext uri="{FF2B5EF4-FFF2-40B4-BE49-F238E27FC236}">
                <a16:creationId xmlns:a16="http://schemas.microsoft.com/office/drawing/2014/main" id="{D472FDCC-D8DC-4902-8F17-CB6828EF38A7}"/>
              </a:ext>
            </a:extLst>
          </p:cNvPr>
          <p:cNvSpPr>
            <a:spLocks noGrp="1"/>
          </p:cNvSpPr>
          <p:nvPr/>
        </p:nvSpPr>
        <p:spPr>
          <a:xfrm>
            <a:off x="11242221" y="3762375"/>
            <a:ext cx="368754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47" name="中通DY南中架-1-347">
            <a:extLst>
              <a:ext uri="{FF2B5EF4-FFF2-40B4-BE49-F238E27FC236}">
                <a16:creationId xmlns:a16="http://schemas.microsoft.com/office/drawing/2014/main" id="{A76EC9A4-2E29-4CFE-9CD9-EF67054610EC}"/>
              </a:ext>
            </a:extLst>
          </p:cNvPr>
          <p:cNvSpPr>
            <a:spLocks noGrp="1"/>
          </p:cNvSpPr>
          <p:nvPr/>
        </p:nvSpPr>
        <p:spPr>
          <a:xfrm>
            <a:off x="9029700" y="4124325"/>
            <a:ext cx="368754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48" name="中通DY南中架-2-348">
            <a:extLst>
              <a:ext uri="{FF2B5EF4-FFF2-40B4-BE49-F238E27FC236}">
                <a16:creationId xmlns:a16="http://schemas.microsoft.com/office/drawing/2014/main" id="{5380E341-8E9C-4FEA-B800-BFE3270889FD}"/>
              </a:ext>
            </a:extLst>
          </p:cNvPr>
          <p:cNvSpPr>
            <a:spLocks noGrp="1"/>
          </p:cNvSpPr>
          <p:nvPr/>
        </p:nvSpPr>
        <p:spPr>
          <a:xfrm>
            <a:off x="9398454" y="4124325"/>
            <a:ext cx="368754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49" name="中通DY南中架-3-349">
            <a:extLst>
              <a:ext uri="{FF2B5EF4-FFF2-40B4-BE49-F238E27FC236}">
                <a16:creationId xmlns:a16="http://schemas.microsoft.com/office/drawing/2014/main" id="{801E6EAB-AECC-4816-BE7F-597323FB0934}"/>
              </a:ext>
            </a:extLst>
          </p:cNvPr>
          <p:cNvSpPr>
            <a:spLocks noGrp="1"/>
          </p:cNvSpPr>
          <p:nvPr/>
        </p:nvSpPr>
        <p:spPr>
          <a:xfrm>
            <a:off x="9767207" y="4124325"/>
            <a:ext cx="368754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50" name="中通DY南中架-4-350">
            <a:extLst>
              <a:ext uri="{FF2B5EF4-FFF2-40B4-BE49-F238E27FC236}">
                <a16:creationId xmlns:a16="http://schemas.microsoft.com/office/drawing/2014/main" id="{D748D453-2BC1-4389-9D3B-42189C0A7904}"/>
              </a:ext>
            </a:extLst>
          </p:cNvPr>
          <p:cNvSpPr>
            <a:spLocks noGrp="1"/>
          </p:cNvSpPr>
          <p:nvPr/>
        </p:nvSpPr>
        <p:spPr>
          <a:xfrm>
            <a:off x="10135961" y="4124325"/>
            <a:ext cx="368754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51" name="中通DY南中架-5-351">
            <a:extLst>
              <a:ext uri="{FF2B5EF4-FFF2-40B4-BE49-F238E27FC236}">
                <a16:creationId xmlns:a16="http://schemas.microsoft.com/office/drawing/2014/main" id="{BA4F5291-274D-45BD-8FEB-E26AB4F83D64}"/>
              </a:ext>
            </a:extLst>
          </p:cNvPr>
          <p:cNvSpPr>
            <a:spLocks noGrp="1"/>
          </p:cNvSpPr>
          <p:nvPr/>
        </p:nvSpPr>
        <p:spPr>
          <a:xfrm>
            <a:off x="10504714" y="4124325"/>
            <a:ext cx="368754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52" name="中通DY南中架-6-352">
            <a:extLst>
              <a:ext uri="{FF2B5EF4-FFF2-40B4-BE49-F238E27FC236}">
                <a16:creationId xmlns:a16="http://schemas.microsoft.com/office/drawing/2014/main" id="{677B9205-EC30-4B46-ABC3-442997889E38}"/>
              </a:ext>
            </a:extLst>
          </p:cNvPr>
          <p:cNvSpPr>
            <a:spLocks noGrp="1"/>
          </p:cNvSpPr>
          <p:nvPr/>
        </p:nvSpPr>
        <p:spPr>
          <a:xfrm>
            <a:off x="10873468" y="4124325"/>
            <a:ext cx="368754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53" name="中通DY南中架-7-353">
            <a:extLst>
              <a:ext uri="{FF2B5EF4-FFF2-40B4-BE49-F238E27FC236}">
                <a16:creationId xmlns:a16="http://schemas.microsoft.com/office/drawing/2014/main" id="{6CB7205F-DAC9-4D6F-803A-73923C8B1077}"/>
              </a:ext>
            </a:extLst>
          </p:cNvPr>
          <p:cNvSpPr>
            <a:spLocks noGrp="1"/>
          </p:cNvSpPr>
          <p:nvPr/>
        </p:nvSpPr>
        <p:spPr>
          <a:xfrm>
            <a:off x="11242221" y="4124325"/>
            <a:ext cx="368754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54" name="中通DY南中架-1-354">
            <a:extLst>
              <a:ext uri="{FF2B5EF4-FFF2-40B4-BE49-F238E27FC236}">
                <a16:creationId xmlns:a16="http://schemas.microsoft.com/office/drawing/2014/main" id="{9935FDF1-7910-4416-88CA-1CDD0F806F9E}"/>
              </a:ext>
            </a:extLst>
          </p:cNvPr>
          <p:cNvSpPr>
            <a:spLocks noGrp="1"/>
          </p:cNvSpPr>
          <p:nvPr/>
        </p:nvSpPr>
        <p:spPr>
          <a:xfrm>
            <a:off x="9029700" y="4210050"/>
            <a:ext cx="368754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55" name="中通DY南中架-2-355">
            <a:extLst>
              <a:ext uri="{FF2B5EF4-FFF2-40B4-BE49-F238E27FC236}">
                <a16:creationId xmlns:a16="http://schemas.microsoft.com/office/drawing/2014/main" id="{F201213C-76F2-4632-8094-4D5201D43FF5}"/>
              </a:ext>
            </a:extLst>
          </p:cNvPr>
          <p:cNvSpPr>
            <a:spLocks noGrp="1"/>
          </p:cNvSpPr>
          <p:nvPr/>
        </p:nvSpPr>
        <p:spPr>
          <a:xfrm>
            <a:off x="9398454" y="4210050"/>
            <a:ext cx="368754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56" name="中通DY南中架-3-356">
            <a:extLst>
              <a:ext uri="{FF2B5EF4-FFF2-40B4-BE49-F238E27FC236}">
                <a16:creationId xmlns:a16="http://schemas.microsoft.com/office/drawing/2014/main" id="{CE6A4ECE-A1DB-49DA-9916-2DC5BDDB48F9}"/>
              </a:ext>
            </a:extLst>
          </p:cNvPr>
          <p:cNvSpPr>
            <a:spLocks noGrp="1"/>
          </p:cNvSpPr>
          <p:nvPr/>
        </p:nvSpPr>
        <p:spPr>
          <a:xfrm>
            <a:off x="9767207" y="4210050"/>
            <a:ext cx="368754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57" name="中通DY南中架-4-357">
            <a:extLst>
              <a:ext uri="{FF2B5EF4-FFF2-40B4-BE49-F238E27FC236}">
                <a16:creationId xmlns:a16="http://schemas.microsoft.com/office/drawing/2014/main" id="{28D0FFA6-0E5A-417E-B003-605FC67CBDD3}"/>
              </a:ext>
            </a:extLst>
          </p:cNvPr>
          <p:cNvSpPr>
            <a:spLocks noGrp="1"/>
          </p:cNvSpPr>
          <p:nvPr/>
        </p:nvSpPr>
        <p:spPr>
          <a:xfrm>
            <a:off x="10135961" y="4210050"/>
            <a:ext cx="368754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58" name="中通DY南中架-5-358">
            <a:extLst>
              <a:ext uri="{FF2B5EF4-FFF2-40B4-BE49-F238E27FC236}">
                <a16:creationId xmlns:a16="http://schemas.microsoft.com/office/drawing/2014/main" id="{BABE0D47-4F3D-476F-B0B2-7996A821DC41}"/>
              </a:ext>
            </a:extLst>
          </p:cNvPr>
          <p:cNvSpPr>
            <a:spLocks noGrp="1"/>
          </p:cNvSpPr>
          <p:nvPr/>
        </p:nvSpPr>
        <p:spPr>
          <a:xfrm>
            <a:off x="10504714" y="4210050"/>
            <a:ext cx="368754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59" name="中通DY南中架-6-359">
            <a:extLst>
              <a:ext uri="{FF2B5EF4-FFF2-40B4-BE49-F238E27FC236}">
                <a16:creationId xmlns:a16="http://schemas.microsoft.com/office/drawing/2014/main" id="{BD5D9A4B-1384-4D00-8160-497083217BBA}"/>
              </a:ext>
            </a:extLst>
          </p:cNvPr>
          <p:cNvSpPr>
            <a:spLocks noGrp="1"/>
          </p:cNvSpPr>
          <p:nvPr/>
        </p:nvSpPr>
        <p:spPr>
          <a:xfrm>
            <a:off x="10873468" y="4210050"/>
            <a:ext cx="368754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60" name="中通DY南中架-7-360">
            <a:extLst>
              <a:ext uri="{FF2B5EF4-FFF2-40B4-BE49-F238E27FC236}">
                <a16:creationId xmlns:a16="http://schemas.microsoft.com/office/drawing/2014/main" id="{48B255C0-D4C8-46AB-91DA-F61370C2FDD8}"/>
              </a:ext>
            </a:extLst>
          </p:cNvPr>
          <p:cNvSpPr>
            <a:spLocks noGrp="1"/>
          </p:cNvSpPr>
          <p:nvPr/>
        </p:nvSpPr>
        <p:spPr>
          <a:xfrm>
            <a:off x="11242221" y="4210050"/>
            <a:ext cx="368754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61" name="中通DY南架-1-361">
            <a:extLst>
              <a:ext uri="{FF2B5EF4-FFF2-40B4-BE49-F238E27FC236}">
                <a16:creationId xmlns:a16="http://schemas.microsoft.com/office/drawing/2014/main" id="{B722121E-3A43-4BBF-94E0-BB20A34B9F6E}"/>
              </a:ext>
            </a:extLst>
          </p:cNvPr>
          <p:cNvSpPr>
            <a:spLocks noGrp="1"/>
          </p:cNvSpPr>
          <p:nvPr/>
        </p:nvSpPr>
        <p:spPr>
          <a:xfrm>
            <a:off x="9029700" y="4572000"/>
            <a:ext cx="368754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62" name="中通DY南架-2-362">
            <a:extLst>
              <a:ext uri="{FF2B5EF4-FFF2-40B4-BE49-F238E27FC236}">
                <a16:creationId xmlns:a16="http://schemas.microsoft.com/office/drawing/2014/main" id="{A589732E-300C-4A00-BC03-F17E5737B626}"/>
              </a:ext>
            </a:extLst>
          </p:cNvPr>
          <p:cNvSpPr>
            <a:spLocks noGrp="1"/>
          </p:cNvSpPr>
          <p:nvPr/>
        </p:nvSpPr>
        <p:spPr>
          <a:xfrm>
            <a:off x="9398454" y="4572000"/>
            <a:ext cx="368754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63" name="中通DY南架-3-363">
            <a:extLst>
              <a:ext uri="{FF2B5EF4-FFF2-40B4-BE49-F238E27FC236}">
                <a16:creationId xmlns:a16="http://schemas.microsoft.com/office/drawing/2014/main" id="{CA1B19BC-0400-49CD-B3FC-DE33A643B738}"/>
              </a:ext>
            </a:extLst>
          </p:cNvPr>
          <p:cNvSpPr>
            <a:spLocks noGrp="1"/>
          </p:cNvSpPr>
          <p:nvPr/>
        </p:nvSpPr>
        <p:spPr>
          <a:xfrm>
            <a:off x="9767207" y="4572000"/>
            <a:ext cx="368754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64" name="中通DY南架-4-364">
            <a:extLst>
              <a:ext uri="{FF2B5EF4-FFF2-40B4-BE49-F238E27FC236}">
                <a16:creationId xmlns:a16="http://schemas.microsoft.com/office/drawing/2014/main" id="{3FCA4424-2042-46BB-A185-21C2070212A8}"/>
              </a:ext>
            </a:extLst>
          </p:cNvPr>
          <p:cNvSpPr>
            <a:spLocks noGrp="1"/>
          </p:cNvSpPr>
          <p:nvPr/>
        </p:nvSpPr>
        <p:spPr>
          <a:xfrm>
            <a:off x="10135961" y="4572000"/>
            <a:ext cx="368754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65" name="中通DY南架-5-365">
            <a:extLst>
              <a:ext uri="{FF2B5EF4-FFF2-40B4-BE49-F238E27FC236}">
                <a16:creationId xmlns:a16="http://schemas.microsoft.com/office/drawing/2014/main" id="{4CC70D41-2D79-469E-9EB0-924DE77477DA}"/>
              </a:ext>
            </a:extLst>
          </p:cNvPr>
          <p:cNvSpPr>
            <a:spLocks noGrp="1"/>
          </p:cNvSpPr>
          <p:nvPr/>
        </p:nvSpPr>
        <p:spPr>
          <a:xfrm>
            <a:off x="10504714" y="4572000"/>
            <a:ext cx="368754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66" name="中通DY南架-6-366">
            <a:extLst>
              <a:ext uri="{FF2B5EF4-FFF2-40B4-BE49-F238E27FC236}">
                <a16:creationId xmlns:a16="http://schemas.microsoft.com/office/drawing/2014/main" id="{F1AC2F45-65C6-4215-B159-3645C5A8C8E9}"/>
              </a:ext>
            </a:extLst>
          </p:cNvPr>
          <p:cNvSpPr>
            <a:spLocks noGrp="1"/>
          </p:cNvSpPr>
          <p:nvPr/>
        </p:nvSpPr>
        <p:spPr>
          <a:xfrm>
            <a:off x="10873468" y="4572000"/>
            <a:ext cx="368754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67" name="中通DY南架-7-367">
            <a:extLst>
              <a:ext uri="{FF2B5EF4-FFF2-40B4-BE49-F238E27FC236}">
                <a16:creationId xmlns:a16="http://schemas.microsoft.com/office/drawing/2014/main" id="{EDE62404-5662-483E-8E17-4C653AECDCB8}"/>
              </a:ext>
            </a:extLst>
          </p:cNvPr>
          <p:cNvSpPr>
            <a:spLocks noGrp="1"/>
          </p:cNvSpPr>
          <p:nvPr/>
        </p:nvSpPr>
        <p:spPr>
          <a:xfrm>
            <a:off x="11242221" y="4572000"/>
            <a:ext cx="368754" cy="8572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368" name="中通 D、Y 开头-368">
            <a:extLst>
              <a:ext uri="{FF2B5EF4-FFF2-40B4-BE49-F238E27FC236}">
                <a16:creationId xmlns:a16="http://schemas.microsoft.com/office/drawing/2014/main" id="{2DA70D75-C117-42F5-B318-F05F76E9E0A0}"/>
              </a:ext>
            </a:extLst>
          </p:cNvPr>
          <p:cNvSpPr txBox="1">
            <a:spLocks noGrp="1"/>
          </p:cNvSpPr>
          <p:nvPr/>
        </p:nvSpPr>
        <p:spPr>
          <a:xfrm>
            <a:off x="9734550" y="3886200"/>
            <a:ext cx="16383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650" b="1" i="0" dirty="0" err="1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中通</a:t>
            </a:r>
            <a:r>
              <a:rPr sz="1650" b="1" i="0" dirty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 D、Y </a:t>
            </a:r>
            <a:r>
              <a:rPr sz="1650" b="1" i="0" dirty="0" err="1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开头</a:t>
            </a:r>
            <a:endParaRPr sz="1650" b="1" i="0" dirty="0">
              <a:solidFill>
                <a:srgbClr val="17151A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373" name="快递柜H-373">
            <a:extLst>
              <a:ext uri="{FF2B5EF4-FFF2-40B4-BE49-F238E27FC236}">
                <a16:creationId xmlns:a16="http://schemas.microsoft.com/office/drawing/2014/main" id="{5D14C006-7DC0-49B8-907E-9DF108D04A59}"/>
              </a:ext>
            </a:extLst>
          </p:cNvPr>
          <p:cNvSpPr>
            <a:spLocks noGrp="1"/>
          </p:cNvSpPr>
          <p:nvPr/>
        </p:nvSpPr>
        <p:spPr>
          <a:xfrm>
            <a:off x="8877300" y="4829175"/>
            <a:ext cx="2457450" cy="100013"/>
          </a:xfrm>
          <a:prstGeom prst="rect">
            <a:avLst/>
          </a:prstGeom>
          <a:solidFill>
            <a:srgbClr val="DFDCE3"/>
          </a:solidFill>
          <a:ln w="6191">
            <a:solidFill>
              <a:srgbClr val="88818E"/>
            </a:solidFill>
          </a:ln>
        </p:spPr>
      </p:sp>
      <p:sp>
        <p:nvSpPr>
          <p:cNvPr id="374" name="快递柜G-374">
            <a:extLst>
              <a:ext uri="{FF2B5EF4-FFF2-40B4-BE49-F238E27FC236}">
                <a16:creationId xmlns:a16="http://schemas.microsoft.com/office/drawing/2014/main" id="{9DF280EA-7AA8-41A2-8450-AE3CEDD00237}"/>
              </a:ext>
            </a:extLst>
          </p:cNvPr>
          <p:cNvSpPr>
            <a:spLocks noGrp="1"/>
          </p:cNvSpPr>
          <p:nvPr/>
        </p:nvSpPr>
        <p:spPr>
          <a:xfrm>
            <a:off x="8877300" y="4929188"/>
            <a:ext cx="2457450" cy="100013"/>
          </a:xfrm>
          <a:prstGeom prst="rect">
            <a:avLst/>
          </a:prstGeom>
          <a:solidFill>
            <a:srgbClr val="DFDCE3"/>
          </a:solidFill>
          <a:ln w="6191">
            <a:solidFill>
              <a:srgbClr val="88818E"/>
            </a:solidFill>
          </a:ln>
        </p:spPr>
      </p:sp>
      <p:sp>
        <p:nvSpPr>
          <p:cNvPr id="375" name="快递柜 H-375">
            <a:extLst>
              <a:ext uri="{FF2B5EF4-FFF2-40B4-BE49-F238E27FC236}">
                <a16:creationId xmlns:a16="http://schemas.microsoft.com/office/drawing/2014/main" id="{3B5F3968-4AC4-459D-B409-90F3C5721C4D}"/>
              </a:ext>
            </a:extLst>
          </p:cNvPr>
          <p:cNvSpPr txBox="1">
            <a:spLocks noGrp="1"/>
          </p:cNvSpPr>
          <p:nvPr/>
        </p:nvSpPr>
        <p:spPr>
          <a:xfrm>
            <a:off x="8915400" y="4819650"/>
            <a:ext cx="2381250" cy="1190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38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938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快递柜 H</a:t>
            </a:r>
          </a:p>
        </p:txBody>
      </p:sp>
      <p:sp>
        <p:nvSpPr>
          <p:cNvPr id="376" name="快递柜 G-376">
            <a:extLst>
              <a:ext uri="{FF2B5EF4-FFF2-40B4-BE49-F238E27FC236}">
                <a16:creationId xmlns:a16="http://schemas.microsoft.com/office/drawing/2014/main" id="{88E1FB7F-C6C2-40AE-A297-F8E242758C68}"/>
              </a:ext>
            </a:extLst>
          </p:cNvPr>
          <p:cNvSpPr txBox="1">
            <a:spLocks noGrp="1"/>
          </p:cNvSpPr>
          <p:nvPr/>
        </p:nvSpPr>
        <p:spPr>
          <a:xfrm>
            <a:off x="8915400" y="4919663"/>
            <a:ext cx="2381250" cy="1190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38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938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快递柜 G</a:t>
            </a:r>
          </a:p>
        </p:txBody>
      </p:sp>
      <p:sp>
        <p:nvSpPr>
          <p:cNvPr id="377" name="快递柜B-377">
            <a:extLst>
              <a:ext uri="{FF2B5EF4-FFF2-40B4-BE49-F238E27FC236}">
                <a16:creationId xmlns:a16="http://schemas.microsoft.com/office/drawing/2014/main" id="{CDB16D85-88EC-4DDA-840D-FDFE7987CF11}"/>
              </a:ext>
            </a:extLst>
          </p:cNvPr>
          <p:cNvSpPr>
            <a:spLocks noGrp="1"/>
          </p:cNvSpPr>
          <p:nvPr/>
        </p:nvSpPr>
        <p:spPr>
          <a:xfrm>
            <a:off x="8877300" y="5562600"/>
            <a:ext cx="2457450" cy="100013"/>
          </a:xfrm>
          <a:prstGeom prst="rect">
            <a:avLst/>
          </a:prstGeom>
          <a:solidFill>
            <a:srgbClr val="DFDCE3"/>
          </a:solidFill>
          <a:ln w="6191">
            <a:solidFill>
              <a:srgbClr val="88818E"/>
            </a:solidFill>
          </a:ln>
        </p:spPr>
      </p:sp>
      <p:sp>
        <p:nvSpPr>
          <p:cNvPr id="378" name="快递柜A-378">
            <a:extLst>
              <a:ext uri="{FF2B5EF4-FFF2-40B4-BE49-F238E27FC236}">
                <a16:creationId xmlns:a16="http://schemas.microsoft.com/office/drawing/2014/main" id="{F80686D2-6360-48A3-BDB3-898F90F68FEF}"/>
              </a:ext>
            </a:extLst>
          </p:cNvPr>
          <p:cNvSpPr>
            <a:spLocks noGrp="1"/>
          </p:cNvSpPr>
          <p:nvPr/>
        </p:nvSpPr>
        <p:spPr>
          <a:xfrm>
            <a:off x="8877300" y="5662613"/>
            <a:ext cx="2457450" cy="100013"/>
          </a:xfrm>
          <a:prstGeom prst="rect">
            <a:avLst/>
          </a:prstGeom>
          <a:solidFill>
            <a:srgbClr val="DFDCE3"/>
          </a:solidFill>
          <a:ln w="6191">
            <a:solidFill>
              <a:srgbClr val="88818E"/>
            </a:solidFill>
          </a:ln>
        </p:spPr>
      </p:sp>
      <p:sp>
        <p:nvSpPr>
          <p:cNvPr id="379" name="快递柜 B-379">
            <a:extLst>
              <a:ext uri="{FF2B5EF4-FFF2-40B4-BE49-F238E27FC236}">
                <a16:creationId xmlns:a16="http://schemas.microsoft.com/office/drawing/2014/main" id="{66004256-696B-400A-8FB3-5DCF58C6A7C0}"/>
              </a:ext>
            </a:extLst>
          </p:cNvPr>
          <p:cNvSpPr txBox="1">
            <a:spLocks noGrp="1"/>
          </p:cNvSpPr>
          <p:nvPr/>
        </p:nvSpPr>
        <p:spPr>
          <a:xfrm>
            <a:off x="8915400" y="5553075"/>
            <a:ext cx="2381250" cy="1190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38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938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快递柜 B</a:t>
            </a:r>
          </a:p>
        </p:txBody>
      </p:sp>
      <p:sp>
        <p:nvSpPr>
          <p:cNvPr id="380" name="快递柜 A-380">
            <a:extLst>
              <a:ext uri="{FF2B5EF4-FFF2-40B4-BE49-F238E27FC236}">
                <a16:creationId xmlns:a16="http://schemas.microsoft.com/office/drawing/2014/main" id="{B9A63FE5-2981-42DD-B76E-245EC5C1769E}"/>
              </a:ext>
            </a:extLst>
          </p:cNvPr>
          <p:cNvSpPr txBox="1">
            <a:spLocks noGrp="1"/>
          </p:cNvSpPr>
          <p:nvPr/>
        </p:nvSpPr>
        <p:spPr>
          <a:xfrm>
            <a:off x="8915400" y="5653088"/>
            <a:ext cx="2381250" cy="1190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38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938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快递柜 A</a:t>
            </a:r>
          </a:p>
        </p:txBody>
      </p:sp>
      <p:sp>
        <p:nvSpPr>
          <p:cNvPr id="381" name="东侧未标注区域-381">
            <a:extLst>
              <a:ext uri="{FF2B5EF4-FFF2-40B4-BE49-F238E27FC236}">
                <a16:creationId xmlns:a16="http://schemas.microsoft.com/office/drawing/2014/main" id="{7B588DB1-A6C7-4CAF-99E6-F02066086348}"/>
              </a:ext>
            </a:extLst>
          </p:cNvPr>
          <p:cNvSpPr>
            <a:spLocks noGrp="1"/>
          </p:cNvSpPr>
          <p:nvPr/>
        </p:nvSpPr>
        <p:spPr>
          <a:xfrm>
            <a:off x="14430375" y="3286125"/>
            <a:ext cx="838200" cy="600075"/>
          </a:xfrm>
          <a:prstGeom prst="rect">
            <a:avLst/>
          </a:prstGeom>
          <a:solidFill>
            <a:srgbClr val="918E9E"/>
          </a:solidFill>
          <a:ln w="7620">
            <a:solidFill>
              <a:srgbClr val="46424A"/>
            </a:solidFill>
          </a:ln>
        </p:spPr>
      </p:sp>
      <p:sp>
        <p:nvSpPr>
          <p:cNvPr id="382" name="室内设备-382">
            <a:extLst>
              <a:ext uri="{FF2B5EF4-FFF2-40B4-BE49-F238E27FC236}">
                <a16:creationId xmlns:a16="http://schemas.microsoft.com/office/drawing/2014/main" id="{59F3830F-2313-4D21-8D7C-4280DAAC756E}"/>
              </a:ext>
            </a:extLst>
          </p:cNvPr>
          <p:cNvSpPr>
            <a:spLocks noGrp="1"/>
          </p:cNvSpPr>
          <p:nvPr/>
        </p:nvSpPr>
        <p:spPr>
          <a:xfrm>
            <a:off x="12192000" y="3476625"/>
            <a:ext cx="485775" cy="285750"/>
          </a:xfrm>
          <a:prstGeom prst="rect">
            <a:avLst/>
          </a:prstGeom>
          <a:solidFill>
            <a:srgbClr val="34303E"/>
          </a:solidFill>
          <a:ln w="7620">
            <a:solidFill>
              <a:srgbClr val="17131D"/>
            </a:solidFill>
          </a:ln>
        </p:spPr>
      </p:sp>
      <p:sp>
        <p:nvSpPr>
          <p:cNvPr id="383" name="东区北货架-1-383">
            <a:extLst>
              <a:ext uri="{FF2B5EF4-FFF2-40B4-BE49-F238E27FC236}">
                <a16:creationId xmlns:a16="http://schemas.microsoft.com/office/drawing/2014/main" id="{87AD9101-D20E-4AE9-9DB6-5D34B764920F}"/>
              </a:ext>
            </a:extLst>
          </p:cNvPr>
          <p:cNvSpPr>
            <a:spLocks noGrp="1"/>
          </p:cNvSpPr>
          <p:nvPr/>
        </p:nvSpPr>
        <p:spPr>
          <a:xfrm>
            <a:off x="11915775" y="3286125"/>
            <a:ext cx="377825" cy="95250"/>
          </a:xfrm>
          <a:prstGeom prst="rect">
            <a:avLst/>
          </a:prstGeom>
          <a:solidFill>
            <a:srgbClr val="FFFFFF"/>
          </a:solidFill>
          <a:ln w="6191">
            <a:solidFill>
              <a:srgbClr val="3D778E"/>
            </a:solidFill>
          </a:ln>
        </p:spPr>
      </p:sp>
      <p:sp>
        <p:nvSpPr>
          <p:cNvPr id="384" name="东区北货架-2-384">
            <a:extLst>
              <a:ext uri="{FF2B5EF4-FFF2-40B4-BE49-F238E27FC236}">
                <a16:creationId xmlns:a16="http://schemas.microsoft.com/office/drawing/2014/main" id="{04452578-6B3B-40B3-8247-6924E5561464}"/>
              </a:ext>
            </a:extLst>
          </p:cNvPr>
          <p:cNvSpPr>
            <a:spLocks noGrp="1"/>
          </p:cNvSpPr>
          <p:nvPr/>
        </p:nvSpPr>
        <p:spPr>
          <a:xfrm>
            <a:off x="12293600" y="3286125"/>
            <a:ext cx="377825" cy="95250"/>
          </a:xfrm>
          <a:prstGeom prst="rect">
            <a:avLst/>
          </a:prstGeom>
          <a:solidFill>
            <a:srgbClr val="FFFFFF"/>
          </a:solidFill>
          <a:ln w="6191">
            <a:solidFill>
              <a:srgbClr val="3D778E"/>
            </a:solidFill>
          </a:ln>
        </p:spPr>
      </p:sp>
      <p:sp>
        <p:nvSpPr>
          <p:cNvPr id="385" name="东区北货架-3-385">
            <a:extLst>
              <a:ext uri="{FF2B5EF4-FFF2-40B4-BE49-F238E27FC236}">
                <a16:creationId xmlns:a16="http://schemas.microsoft.com/office/drawing/2014/main" id="{E9781570-9D1B-4716-9604-CC25212A20F9}"/>
              </a:ext>
            </a:extLst>
          </p:cNvPr>
          <p:cNvSpPr>
            <a:spLocks noGrp="1"/>
          </p:cNvSpPr>
          <p:nvPr/>
        </p:nvSpPr>
        <p:spPr>
          <a:xfrm>
            <a:off x="12671425" y="3286125"/>
            <a:ext cx="377825" cy="95250"/>
          </a:xfrm>
          <a:prstGeom prst="rect">
            <a:avLst/>
          </a:prstGeom>
          <a:solidFill>
            <a:srgbClr val="FFFFFF"/>
          </a:solidFill>
          <a:ln w="6191">
            <a:solidFill>
              <a:srgbClr val="3D778E"/>
            </a:solidFill>
          </a:ln>
        </p:spPr>
      </p:sp>
      <p:sp>
        <p:nvSpPr>
          <p:cNvPr id="386" name="东区北侧货架-1-386">
            <a:extLst>
              <a:ext uri="{FF2B5EF4-FFF2-40B4-BE49-F238E27FC236}">
                <a16:creationId xmlns:a16="http://schemas.microsoft.com/office/drawing/2014/main" id="{9B58E30A-68C3-46CE-8AAA-4694FE85E447}"/>
              </a:ext>
            </a:extLst>
          </p:cNvPr>
          <p:cNvSpPr>
            <a:spLocks noGrp="1"/>
          </p:cNvSpPr>
          <p:nvPr/>
        </p:nvSpPr>
        <p:spPr>
          <a:xfrm>
            <a:off x="12954000" y="3381375"/>
            <a:ext cx="95250" cy="295275"/>
          </a:xfrm>
          <a:prstGeom prst="rect">
            <a:avLst/>
          </a:prstGeom>
          <a:solidFill>
            <a:srgbClr val="FFFFFF"/>
          </a:solidFill>
          <a:ln w="6191">
            <a:solidFill>
              <a:srgbClr val="3D778E"/>
            </a:solidFill>
          </a:ln>
        </p:spPr>
      </p:sp>
      <p:sp>
        <p:nvSpPr>
          <p:cNvPr id="388" name="东区西墙货架-388">
            <a:extLst>
              <a:ext uri="{FF2B5EF4-FFF2-40B4-BE49-F238E27FC236}">
                <a16:creationId xmlns:a16="http://schemas.microsoft.com/office/drawing/2014/main" id="{3FB8514B-8C67-47FE-AC8E-658C7D1BB1E1}"/>
              </a:ext>
            </a:extLst>
          </p:cNvPr>
          <p:cNvSpPr>
            <a:spLocks noGrp="1"/>
          </p:cNvSpPr>
          <p:nvPr/>
        </p:nvSpPr>
        <p:spPr>
          <a:xfrm>
            <a:off x="11734800" y="3962400"/>
            <a:ext cx="114300" cy="295275"/>
          </a:xfrm>
          <a:prstGeom prst="rect">
            <a:avLst/>
          </a:prstGeom>
          <a:solidFill>
            <a:srgbClr val="FFFFFF"/>
          </a:solidFill>
          <a:ln w="7620">
            <a:solidFill>
              <a:srgbClr val="46424A"/>
            </a:solidFill>
          </a:ln>
        </p:spPr>
      </p:sp>
      <p:sp>
        <p:nvSpPr>
          <p:cNvPr id="389" name="东区东北货架-389">
            <a:extLst>
              <a:ext uri="{FF2B5EF4-FFF2-40B4-BE49-F238E27FC236}">
                <a16:creationId xmlns:a16="http://schemas.microsoft.com/office/drawing/2014/main" id="{62587A67-CC49-45EB-84F4-B283FBED0CDD}"/>
              </a:ext>
            </a:extLst>
          </p:cNvPr>
          <p:cNvSpPr>
            <a:spLocks noGrp="1"/>
          </p:cNvSpPr>
          <p:nvPr/>
        </p:nvSpPr>
        <p:spPr>
          <a:xfrm>
            <a:off x="14906625" y="3886200"/>
            <a:ext cx="352425" cy="95250"/>
          </a:xfrm>
          <a:prstGeom prst="rect">
            <a:avLst/>
          </a:prstGeom>
          <a:solidFill>
            <a:srgbClr val="FFFFFF"/>
          </a:solidFill>
          <a:ln w="7620">
            <a:solidFill>
              <a:srgbClr val="46424A"/>
            </a:solidFill>
          </a:ln>
        </p:spPr>
      </p:sp>
      <p:sp>
        <p:nvSpPr>
          <p:cNvPr id="390" name="京东区隔线-390">
            <a:extLst>
              <a:ext uri="{FF2B5EF4-FFF2-40B4-BE49-F238E27FC236}">
                <a16:creationId xmlns:a16="http://schemas.microsoft.com/office/drawing/2014/main" id="{F88C9633-5215-4F92-9BD3-82394350F3B8}"/>
              </a:ext>
            </a:extLst>
          </p:cNvPr>
          <p:cNvSpPr>
            <a:spLocks noGrp="1"/>
          </p:cNvSpPr>
          <p:nvPr/>
        </p:nvSpPr>
        <p:spPr>
          <a:xfrm>
            <a:off x="13268325" y="4210050"/>
            <a:ext cx="0" cy="1200150"/>
          </a:xfrm>
          <a:prstGeom prst="line">
            <a:avLst/>
          </a:prstGeom>
          <a:noFill/>
          <a:ln w="15240">
            <a:solidFill>
              <a:srgbClr val="46424A"/>
            </a:solidFill>
          </a:ln>
        </p:spPr>
      </p:sp>
      <p:sp>
        <p:nvSpPr>
          <p:cNvPr id="391" name="京东顺丰室内货架-1-391">
            <a:extLst>
              <a:ext uri="{FF2B5EF4-FFF2-40B4-BE49-F238E27FC236}">
                <a16:creationId xmlns:a16="http://schemas.microsoft.com/office/drawing/2014/main" id="{31801BFC-4623-40D0-A9F5-3F7BFE5B3C78}"/>
              </a:ext>
            </a:extLst>
          </p:cNvPr>
          <p:cNvSpPr>
            <a:spLocks noGrp="1"/>
          </p:cNvSpPr>
          <p:nvPr/>
        </p:nvSpPr>
        <p:spPr>
          <a:xfrm>
            <a:off x="13468350" y="4171950"/>
            <a:ext cx="95250" cy="300038"/>
          </a:xfrm>
          <a:prstGeom prst="rect">
            <a:avLst/>
          </a:prstGeom>
          <a:solidFill>
            <a:srgbClr val="FFFFFF"/>
          </a:solidFill>
          <a:ln w="6191">
            <a:solidFill>
              <a:srgbClr val="3D778E"/>
            </a:solidFill>
          </a:ln>
        </p:spPr>
      </p:sp>
      <p:sp>
        <p:nvSpPr>
          <p:cNvPr id="392" name="京东顺丰室内货架-2-392">
            <a:extLst>
              <a:ext uri="{FF2B5EF4-FFF2-40B4-BE49-F238E27FC236}">
                <a16:creationId xmlns:a16="http://schemas.microsoft.com/office/drawing/2014/main" id="{2101DC1E-9FF6-41DC-98DD-8ECDB82A8EE3}"/>
              </a:ext>
            </a:extLst>
          </p:cNvPr>
          <p:cNvSpPr>
            <a:spLocks noGrp="1"/>
          </p:cNvSpPr>
          <p:nvPr/>
        </p:nvSpPr>
        <p:spPr>
          <a:xfrm>
            <a:off x="13468350" y="4471988"/>
            <a:ext cx="95250" cy="300038"/>
          </a:xfrm>
          <a:prstGeom prst="rect">
            <a:avLst/>
          </a:prstGeom>
          <a:solidFill>
            <a:srgbClr val="FFFFFF"/>
          </a:solidFill>
          <a:ln w="6191">
            <a:solidFill>
              <a:srgbClr val="3D778E"/>
            </a:solidFill>
          </a:ln>
        </p:spPr>
      </p:sp>
      <p:sp>
        <p:nvSpPr>
          <p:cNvPr id="393" name="京东顺丰室内货架-3-393">
            <a:extLst>
              <a:ext uri="{FF2B5EF4-FFF2-40B4-BE49-F238E27FC236}">
                <a16:creationId xmlns:a16="http://schemas.microsoft.com/office/drawing/2014/main" id="{0A1B043C-3950-4A3B-8827-4F42F9084E26}"/>
              </a:ext>
            </a:extLst>
          </p:cNvPr>
          <p:cNvSpPr>
            <a:spLocks noGrp="1"/>
          </p:cNvSpPr>
          <p:nvPr/>
        </p:nvSpPr>
        <p:spPr>
          <a:xfrm>
            <a:off x="13468350" y="4772025"/>
            <a:ext cx="95250" cy="300038"/>
          </a:xfrm>
          <a:prstGeom prst="rect">
            <a:avLst/>
          </a:prstGeom>
          <a:solidFill>
            <a:srgbClr val="FFFFFF"/>
          </a:solidFill>
          <a:ln w="6191">
            <a:solidFill>
              <a:srgbClr val="3D778E"/>
            </a:solidFill>
          </a:ln>
        </p:spPr>
      </p:sp>
      <p:sp>
        <p:nvSpPr>
          <p:cNvPr id="394" name="京东顺丰室内货架-4-394">
            <a:extLst>
              <a:ext uri="{FF2B5EF4-FFF2-40B4-BE49-F238E27FC236}">
                <a16:creationId xmlns:a16="http://schemas.microsoft.com/office/drawing/2014/main" id="{7B4A3FB3-0DDC-499D-9201-5B1A1E50131A}"/>
              </a:ext>
            </a:extLst>
          </p:cNvPr>
          <p:cNvSpPr>
            <a:spLocks noGrp="1"/>
          </p:cNvSpPr>
          <p:nvPr/>
        </p:nvSpPr>
        <p:spPr>
          <a:xfrm>
            <a:off x="13468350" y="5072063"/>
            <a:ext cx="95250" cy="300038"/>
          </a:xfrm>
          <a:prstGeom prst="rect">
            <a:avLst/>
          </a:prstGeom>
          <a:solidFill>
            <a:srgbClr val="FFFFFF"/>
          </a:solidFill>
          <a:ln w="6191">
            <a:solidFill>
              <a:srgbClr val="3D778E"/>
            </a:solidFill>
          </a:ln>
        </p:spPr>
      </p:sp>
      <p:sp>
        <p:nvSpPr>
          <p:cNvPr id="395" name="京东顺丰室内货架-1-395">
            <a:extLst>
              <a:ext uri="{FF2B5EF4-FFF2-40B4-BE49-F238E27FC236}">
                <a16:creationId xmlns:a16="http://schemas.microsoft.com/office/drawing/2014/main" id="{74323BD2-3606-4A27-ACCC-1FE161B36E8E}"/>
              </a:ext>
            </a:extLst>
          </p:cNvPr>
          <p:cNvSpPr>
            <a:spLocks noGrp="1"/>
          </p:cNvSpPr>
          <p:nvPr/>
        </p:nvSpPr>
        <p:spPr>
          <a:xfrm>
            <a:off x="13573125" y="4171950"/>
            <a:ext cx="95250" cy="300038"/>
          </a:xfrm>
          <a:prstGeom prst="rect">
            <a:avLst/>
          </a:prstGeom>
          <a:solidFill>
            <a:srgbClr val="FFFFFF"/>
          </a:solidFill>
          <a:ln w="6191">
            <a:solidFill>
              <a:srgbClr val="3D778E"/>
            </a:solidFill>
          </a:ln>
        </p:spPr>
      </p:sp>
      <p:sp>
        <p:nvSpPr>
          <p:cNvPr id="396" name="京东顺丰室内货架-2-396">
            <a:extLst>
              <a:ext uri="{FF2B5EF4-FFF2-40B4-BE49-F238E27FC236}">
                <a16:creationId xmlns:a16="http://schemas.microsoft.com/office/drawing/2014/main" id="{87F8BD99-485B-4963-9038-59CA5A97D854}"/>
              </a:ext>
            </a:extLst>
          </p:cNvPr>
          <p:cNvSpPr>
            <a:spLocks noGrp="1"/>
          </p:cNvSpPr>
          <p:nvPr/>
        </p:nvSpPr>
        <p:spPr>
          <a:xfrm>
            <a:off x="13573125" y="4471988"/>
            <a:ext cx="95250" cy="300038"/>
          </a:xfrm>
          <a:prstGeom prst="rect">
            <a:avLst/>
          </a:prstGeom>
          <a:solidFill>
            <a:srgbClr val="FFFFFF"/>
          </a:solidFill>
          <a:ln w="6191">
            <a:solidFill>
              <a:srgbClr val="3D778E"/>
            </a:solidFill>
          </a:ln>
        </p:spPr>
      </p:sp>
      <p:sp>
        <p:nvSpPr>
          <p:cNvPr id="397" name="京东顺丰室内货架-3-397">
            <a:extLst>
              <a:ext uri="{FF2B5EF4-FFF2-40B4-BE49-F238E27FC236}">
                <a16:creationId xmlns:a16="http://schemas.microsoft.com/office/drawing/2014/main" id="{1C2A2EC3-2378-4123-A39B-9617515EB319}"/>
              </a:ext>
            </a:extLst>
          </p:cNvPr>
          <p:cNvSpPr>
            <a:spLocks noGrp="1"/>
          </p:cNvSpPr>
          <p:nvPr/>
        </p:nvSpPr>
        <p:spPr>
          <a:xfrm>
            <a:off x="13573125" y="4772025"/>
            <a:ext cx="95250" cy="300038"/>
          </a:xfrm>
          <a:prstGeom prst="rect">
            <a:avLst/>
          </a:prstGeom>
          <a:solidFill>
            <a:srgbClr val="FFFFFF"/>
          </a:solidFill>
          <a:ln w="6191">
            <a:solidFill>
              <a:srgbClr val="3D778E"/>
            </a:solidFill>
          </a:ln>
        </p:spPr>
      </p:sp>
      <p:sp>
        <p:nvSpPr>
          <p:cNvPr id="398" name="京东顺丰室内货架-4-398">
            <a:extLst>
              <a:ext uri="{FF2B5EF4-FFF2-40B4-BE49-F238E27FC236}">
                <a16:creationId xmlns:a16="http://schemas.microsoft.com/office/drawing/2014/main" id="{49C69C78-B8DE-45A0-9EAB-99BEE16F7E00}"/>
              </a:ext>
            </a:extLst>
          </p:cNvPr>
          <p:cNvSpPr>
            <a:spLocks noGrp="1"/>
          </p:cNvSpPr>
          <p:nvPr/>
        </p:nvSpPr>
        <p:spPr>
          <a:xfrm>
            <a:off x="13573125" y="5072063"/>
            <a:ext cx="95250" cy="300038"/>
          </a:xfrm>
          <a:prstGeom prst="rect">
            <a:avLst/>
          </a:prstGeom>
          <a:solidFill>
            <a:srgbClr val="FFFFFF"/>
          </a:solidFill>
          <a:ln w="6191">
            <a:solidFill>
              <a:srgbClr val="3D778E"/>
            </a:solidFill>
          </a:ln>
        </p:spPr>
      </p:sp>
      <p:sp>
        <p:nvSpPr>
          <p:cNvPr id="399" name="京东顺丰室内货架-1-399">
            <a:extLst>
              <a:ext uri="{FF2B5EF4-FFF2-40B4-BE49-F238E27FC236}">
                <a16:creationId xmlns:a16="http://schemas.microsoft.com/office/drawing/2014/main" id="{3A607DA3-51B6-4480-A339-BB9133ADF5C8}"/>
              </a:ext>
            </a:extLst>
          </p:cNvPr>
          <p:cNvSpPr>
            <a:spLocks noGrp="1"/>
          </p:cNvSpPr>
          <p:nvPr/>
        </p:nvSpPr>
        <p:spPr>
          <a:xfrm>
            <a:off x="13887450" y="4171950"/>
            <a:ext cx="104775" cy="300038"/>
          </a:xfrm>
          <a:prstGeom prst="rect">
            <a:avLst/>
          </a:prstGeom>
          <a:solidFill>
            <a:srgbClr val="FFFFFF"/>
          </a:solidFill>
          <a:ln w="6191">
            <a:solidFill>
              <a:srgbClr val="3D778E"/>
            </a:solidFill>
          </a:ln>
        </p:spPr>
      </p:sp>
      <p:sp>
        <p:nvSpPr>
          <p:cNvPr id="400" name="京东顺丰室内货架-2-400">
            <a:extLst>
              <a:ext uri="{FF2B5EF4-FFF2-40B4-BE49-F238E27FC236}">
                <a16:creationId xmlns:a16="http://schemas.microsoft.com/office/drawing/2014/main" id="{CD015E20-4F2E-4720-9F3F-9E1EEF208C14}"/>
              </a:ext>
            </a:extLst>
          </p:cNvPr>
          <p:cNvSpPr>
            <a:spLocks noGrp="1"/>
          </p:cNvSpPr>
          <p:nvPr/>
        </p:nvSpPr>
        <p:spPr>
          <a:xfrm>
            <a:off x="13887450" y="4471988"/>
            <a:ext cx="104775" cy="300038"/>
          </a:xfrm>
          <a:prstGeom prst="rect">
            <a:avLst/>
          </a:prstGeom>
          <a:solidFill>
            <a:srgbClr val="FFFFFF"/>
          </a:solidFill>
          <a:ln w="6191">
            <a:solidFill>
              <a:srgbClr val="3D778E"/>
            </a:solidFill>
          </a:ln>
        </p:spPr>
      </p:sp>
      <p:sp>
        <p:nvSpPr>
          <p:cNvPr id="401" name="京东顺丰室内货架-3-401">
            <a:extLst>
              <a:ext uri="{FF2B5EF4-FFF2-40B4-BE49-F238E27FC236}">
                <a16:creationId xmlns:a16="http://schemas.microsoft.com/office/drawing/2014/main" id="{E9B8AFFB-E73E-4DE9-867F-62F478B9A0D3}"/>
              </a:ext>
            </a:extLst>
          </p:cNvPr>
          <p:cNvSpPr>
            <a:spLocks noGrp="1"/>
          </p:cNvSpPr>
          <p:nvPr/>
        </p:nvSpPr>
        <p:spPr>
          <a:xfrm>
            <a:off x="13887450" y="4772025"/>
            <a:ext cx="104775" cy="300038"/>
          </a:xfrm>
          <a:prstGeom prst="rect">
            <a:avLst/>
          </a:prstGeom>
          <a:solidFill>
            <a:srgbClr val="FFFFFF"/>
          </a:solidFill>
          <a:ln w="6191">
            <a:solidFill>
              <a:srgbClr val="3D778E"/>
            </a:solidFill>
          </a:ln>
        </p:spPr>
      </p:sp>
      <p:sp>
        <p:nvSpPr>
          <p:cNvPr id="402" name="京东顺丰室内货架-4-402">
            <a:extLst>
              <a:ext uri="{FF2B5EF4-FFF2-40B4-BE49-F238E27FC236}">
                <a16:creationId xmlns:a16="http://schemas.microsoft.com/office/drawing/2014/main" id="{88B504CB-0D2F-49FD-BD5B-5568C8658B74}"/>
              </a:ext>
            </a:extLst>
          </p:cNvPr>
          <p:cNvSpPr>
            <a:spLocks noGrp="1"/>
          </p:cNvSpPr>
          <p:nvPr/>
        </p:nvSpPr>
        <p:spPr>
          <a:xfrm>
            <a:off x="13887450" y="5072063"/>
            <a:ext cx="104775" cy="300038"/>
          </a:xfrm>
          <a:prstGeom prst="rect">
            <a:avLst/>
          </a:prstGeom>
          <a:solidFill>
            <a:srgbClr val="FFFFFF"/>
          </a:solidFill>
          <a:ln w="6191">
            <a:solidFill>
              <a:srgbClr val="3D778E"/>
            </a:solidFill>
          </a:ln>
        </p:spPr>
      </p:sp>
      <p:sp>
        <p:nvSpPr>
          <p:cNvPr id="403" name="京东顺丰室内货架-1-403">
            <a:extLst>
              <a:ext uri="{FF2B5EF4-FFF2-40B4-BE49-F238E27FC236}">
                <a16:creationId xmlns:a16="http://schemas.microsoft.com/office/drawing/2014/main" id="{57AFB001-3990-48EE-84DF-1A96CA40A8AF}"/>
              </a:ext>
            </a:extLst>
          </p:cNvPr>
          <p:cNvSpPr>
            <a:spLocks noGrp="1"/>
          </p:cNvSpPr>
          <p:nvPr/>
        </p:nvSpPr>
        <p:spPr>
          <a:xfrm>
            <a:off x="14144625" y="4171950"/>
            <a:ext cx="104775" cy="300038"/>
          </a:xfrm>
          <a:prstGeom prst="rect">
            <a:avLst/>
          </a:prstGeom>
          <a:solidFill>
            <a:srgbClr val="FFFFFF"/>
          </a:solidFill>
          <a:ln w="6191">
            <a:solidFill>
              <a:srgbClr val="3D778E"/>
            </a:solidFill>
          </a:ln>
        </p:spPr>
      </p:sp>
      <p:sp>
        <p:nvSpPr>
          <p:cNvPr id="404" name="京东顺丰室内货架-2-404">
            <a:extLst>
              <a:ext uri="{FF2B5EF4-FFF2-40B4-BE49-F238E27FC236}">
                <a16:creationId xmlns:a16="http://schemas.microsoft.com/office/drawing/2014/main" id="{C9FF4A70-0943-4871-AC33-BC34EB5F7BEE}"/>
              </a:ext>
            </a:extLst>
          </p:cNvPr>
          <p:cNvSpPr>
            <a:spLocks noGrp="1"/>
          </p:cNvSpPr>
          <p:nvPr/>
        </p:nvSpPr>
        <p:spPr>
          <a:xfrm>
            <a:off x="14144625" y="4471988"/>
            <a:ext cx="104775" cy="300038"/>
          </a:xfrm>
          <a:prstGeom prst="rect">
            <a:avLst/>
          </a:prstGeom>
          <a:solidFill>
            <a:srgbClr val="FFFFFF"/>
          </a:solidFill>
          <a:ln w="6191">
            <a:solidFill>
              <a:srgbClr val="3D778E"/>
            </a:solidFill>
          </a:ln>
        </p:spPr>
      </p:sp>
      <p:sp>
        <p:nvSpPr>
          <p:cNvPr id="405" name="京东顺丰室内货架-3-405">
            <a:extLst>
              <a:ext uri="{FF2B5EF4-FFF2-40B4-BE49-F238E27FC236}">
                <a16:creationId xmlns:a16="http://schemas.microsoft.com/office/drawing/2014/main" id="{BAF1761A-FA03-4E4A-B9A7-8F585D1D0D63}"/>
              </a:ext>
            </a:extLst>
          </p:cNvPr>
          <p:cNvSpPr>
            <a:spLocks noGrp="1"/>
          </p:cNvSpPr>
          <p:nvPr/>
        </p:nvSpPr>
        <p:spPr>
          <a:xfrm>
            <a:off x="14144625" y="4772025"/>
            <a:ext cx="104775" cy="300038"/>
          </a:xfrm>
          <a:prstGeom prst="rect">
            <a:avLst/>
          </a:prstGeom>
          <a:solidFill>
            <a:srgbClr val="FFFFFF"/>
          </a:solidFill>
          <a:ln w="6191">
            <a:solidFill>
              <a:srgbClr val="3D778E"/>
            </a:solidFill>
          </a:ln>
        </p:spPr>
      </p:sp>
      <p:sp>
        <p:nvSpPr>
          <p:cNvPr id="406" name="京东顺丰室内货架-4-406">
            <a:extLst>
              <a:ext uri="{FF2B5EF4-FFF2-40B4-BE49-F238E27FC236}">
                <a16:creationId xmlns:a16="http://schemas.microsoft.com/office/drawing/2014/main" id="{1D6C8987-2BD5-40A5-B9A6-47A53102725D}"/>
              </a:ext>
            </a:extLst>
          </p:cNvPr>
          <p:cNvSpPr>
            <a:spLocks noGrp="1"/>
          </p:cNvSpPr>
          <p:nvPr/>
        </p:nvSpPr>
        <p:spPr>
          <a:xfrm>
            <a:off x="14144625" y="5072063"/>
            <a:ext cx="104775" cy="300038"/>
          </a:xfrm>
          <a:prstGeom prst="rect">
            <a:avLst/>
          </a:prstGeom>
          <a:solidFill>
            <a:srgbClr val="FFFFFF"/>
          </a:solidFill>
          <a:ln w="6191">
            <a:solidFill>
              <a:srgbClr val="3D778E"/>
            </a:solidFill>
          </a:ln>
        </p:spPr>
      </p:sp>
      <p:sp>
        <p:nvSpPr>
          <p:cNvPr id="407" name="京东顺丰室内货架-1-407">
            <a:extLst>
              <a:ext uri="{FF2B5EF4-FFF2-40B4-BE49-F238E27FC236}">
                <a16:creationId xmlns:a16="http://schemas.microsoft.com/office/drawing/2014/main" id="{19BFE586-0A1C-4D9C-A703-5F71E07E2CF6}"/>
              </a:ext>
            </a:extLst>
          </p:cNvPr>
          <p:cNvSpPr>
            <a:spLocks noGrp="1"/>
          </p:cNvSpPr>
          <p:nvPr/>
        </p:nvSpPr>
        <p:spPr>
          <a:xfrm>
            <a:off x="14516100" y="4171950"/>
            <a:ext cx="104775" cy="298450"/>
          </a:xfrm>
          <a:prstGeom prst="rect">
            <a:avLst/>
          </a:prstGeom>
          <a:solidFill>
            <a:srgbClr val="FFFFFF"/>
          </a:solidFill>
          <a:ln w="6191">
            <a:solidFill>
              <a:srgbClr val="3D778E"/>
            </a:solidFill>
          </a:ln>
        </p:spPr>
      </p:sp>
      <p:sp>
        <p:nvSpPr>
          <p:cNvPr id="408" name="京东顺丰室内货架-2-408">
            <a:extLst>
              <a:ext uri="{FF2B5EF4-FFF2-40B4-BE49-F238E27FC236}">
                <a16:creationId xmlns:a16="http://schemas.microsoft.com/office/drawing/2014/main" id="{91ADF212-B627-43B0-AE75-E791041CFAE8}"/>
              </a:ext>
            </a:extLst>
          </p:cNvPr>
          <p:cNvSpPr>
            <a:spLocks noGrp="1"/>
          </p:cNvSpPr>
          <p:nvPr/>
        </p:nvSpPr>
        <p:spPr>
          <a:xfrm>
            <a:off x="14516100" y="4470400"/>
            <a:ext cx="104775" cy="298450"/>
          </a:xfrm>
          <a:prstGeom prst="rect">
            <a:avLst/>
          </a:prstGeom>
          <a:solidFill>
            <a:srgbClr val="FFFFFF"/>
          </a:solidFill>
          <a:ln w="6191">
            <a:solidFill>
              <a:srgbClr val="3D778E"/>
            </a:solidFill>
          </a:ln>
        </p:spPr>
      </p:sp>
      <p:sp>
        <p:nvSpPr>
          <p:cNvPr id="409" name="京东顺丰室内货架-3-409">
            <a:extLst>
              <a:ext uri="{FF2B5EF4-FFF2-40B4-BE49-F238E27FC236}">
                <a16:creationId xmlns:a16="http://schemas.microsoft.com/office/drawing/2014/main" id="{3AADA526-AAAF-422E-9E95-D3C2BB75524D}"/>
              </a:ext>
            </a:extLst>
          </p:cNvPr>
          <p:cNvSpPr>
            <a:spLocks noGrp="1"/>
          </p:cNvSpPr>
          <p:nvPr/>
        </p:nvSpPr>
        <p:spPr>
          <a:xfrm>
            <a:off x="14516100" y="4768850"/>
            <a:ext cx="104775" cy="298450"/>
          </a:xfrm>
          <a:prstGeom prst="rect">
            <a:avLst/>
          </a:prstGeom>
          <a:solidFill>
            <a:srgbClr val="FFFFFF"/>
          </a:solidFill>
          <a:ln w="6191">
            <a:solidFill>
              <a:srgbClr val="3D778E"/>
            </a:solidFill>
          </a:ln>
        </p:spPr>
      </p:sp>
      <p:sp>
        <p:nvSpPr>
          <p:cNvPr id="410" name="京东顺丰室内货架-1-410">
            <a:extLst>
              <a:ext uri="{FF2B5EF4-FFF2-40B4-BE49-F238E27FC236}">
                <a16:creationId xmlns:a16="http://schemas.microsoft.com/office/drawing/2014/main" id="{51234337-297E-494E-9C63-D06053EB28BD}"/>
              </a:ext>
            </a:extLst>
          </p:cNvPr>
          <p:cNvSpPr>
            <a:spLocks noGrp="1"/>
          </p:cNvSpPr>
          <p:nvPr/>
        </p:nvSpPr>
        <p:spPr>
          <a:xfrm>
            <a:off x="14859000" y="4171950"/>
            <a:ext cx="104775" cy="298450"/>
          </a:xfrm>
          <a:prstGeom prst="rect">
            <a:avLst/>
          </a:prstGeom>
          <a:solidFill>
            <a:srgbClr val="FFFFFF"/>
          </a:solidFill>
          <a:ln w="6191">
            <a:solidFill>
              <a:srgbClr val="3D778E"/>
            </a:solidFill>
          </a:ln>
        </p:spPr>
      </p:sp>
      <p:sp>
        <p:nvSpPr>
          <p:cNvPr id="411" name="京东顺丰室内货架-2-411">
            <a:extLst>
              <a:ext uri="{FF2B5EF4-FFF2-40B4-BE49-F238E27FC236}">
                <a16:creationId xmlns:a16="http://schemas.microsoft.com/office/drawing/2014/main" id="{8215D73F-E36A-42AA-851C-2FA0EE3B4805}"/>
              </a:ext>
            </a:extLst>
          </p:cNvPr>
          <p:cNvSpPr>
            <a:spLocks noGrp="1"/>
          </p:cNvSpPr>
          <p:nvPr/>
        </p:nvSpPr>
        <p:spPr>
          <a:xfrm>
            <a:off x="14859000" y="4470400"/>
            <a:ext cx="104775" cy="298450"/>
          </a:xfrm>
          <a:prstGeom prst="rect">
            <a:avLst/>
          </a:prstGeom>
          <a:solidFill>
            <a:srgbClr val="FFFFFF"/>
          </a:solidFill>
          <a:ln w="6191">
            <a:solidFill>
              <a:srgbClr val="3D778E"/>
            </a:solidFill>
          </a:ln>
        </p:spPr>
      </p:sp>
      <p:sp>
        <p:nvSpPr>
          <p:cNvPr id="412" name="京东顺丰室内货架-3-412">
            <a:extLst>
              <a:ext uri="{FF2B5EF4-FFF2-40B4-BE49-F238E27FC236}">
                <a16:creationId xmlns:a16="http://schemas.microsoft.com/office/drawing/2014/main" id="{F37303AA-5481-4A99-88FA-842A4A7D7DFA}"/>
              </a:ext>
            </a:extLst>
          </p:cNvPr>
          <p:cNvSpPr>
            <a:spLocks noGrp="1"/>
          </p:cNvSpPr>
          <p:nvPr/>
        </p:nvSpPr>
        <p:spPr>
          <a:xfrm>
            <a:off x="14859000" y="4768850"/>
            <a:ext cx="104775" cy="298450"/>
          </a:xfrm>
          <a:prstGeom prst="rect">
            <a:avLst/>
          </a:prstGeom>
          <a:solidFill>
            <a:srgbClr val="FFFFFF"/>
          </a:solidFill>
          <a:ln w="6191">
            <a:solidFill>
              <a:srgbClr val="3D778E"/>
            </a:solidFill>
          </a:ln>
        </p:spPr>
      </p:sp>
      <p:sp>
        <p:nvSpPr>
          <p:cNvPr id="413" name="京东顺丰室内货架-1-413">
            <a:extLst>
              <a:ext uri="{FF2B5EF4-FFF2-40B4-BE49-F238E27FC236}">
                <a16:creationId xmlns:a16="http://schemas.microsoft.com/office/drawing/2014/main" id="{A40F6B44-F99B-4F0B-8AB2-5796A4C44688}"/>
              </a:ext>
            </a:extLst>
          </p:cNvPr>
          <p:cNvSpPr>
            <a:spLocks noGrp="1"/>
          </p:cNvSpPr>
          <p:nvPr/>
        </p:nvSpPr>
        <p:spPr>
          <a:xfrm>
            <a:off x="15145165" y="4171950"/>
            <a:ext cx="95250" cy="300038"/>
          </a:xfrm>
          <a:prstGeom prst="rect">
            <a:avLst/>
          </a:prstGeom>
          <a:solidFill>
            <a:srgbClr val="FFFFFF"/>
          </a:solidFill>
          <a:ln w="6191">
            <a:solidFill>
              <a:srgbClr val="3D778E"/>
            </a:solidFill>
          </a:ln>
        </p:spPr>
      </p:sp>
      <p:sp>
        <p:nvSpPr>
          <p:cNvPr id="414" name="京东顺丰室内货架-2-414">
            <a:extLst>
              <a:ext uri="{FF2B5EF4-FFF2-40B4-BE49-F238E27FC236}">
                <a16:creationId xmlns:a16="http://schemas.microsoft.com/office/drawing/2014/main" id="{DB148C26-9980-4C4E-8587-74E10E9CBC1A}"/>
              </a:ext>
            </a:extLst>
          </p:cNvPr>
          <p:cNvSpPr>
            <a:spLocks noGrp="1"/>
          </p:cNvSpPr>
          <p:nvPr/>
        </p:nvSpPr>
        <p:spPr>
          <a:xfrm>
            <a:off x="15145165" y="4471988"/>
            <a:ext cx="95250" cy="300038"/>
          </a:xfrm>
          <a:prstGeom prst="rect">
            <a:avLst/>
          </a:prstGeom>
          <a:solidFill>
            <a:srgbClr val="FFFFFF"/>
          </a:solidFill>
          <a:ln w="6191">
            <a:solidFill>
              <a:srgbClr val="3D778E"/>
            </a:solidFill>
          </a:ln>
        </p:spPr>
      </p:sp>
      <p:sp>
        <p:nvSpPr>
          <p:cNvPr id="415" name="京东顺丰室内货架-3-415">
            <a:extLst>
              <a:ext uri="{FF2B5EF4-FFF2-40B4-BE49-F238E27FC236}">
                <a16:creationId xmlns:a16="http://schemas.microsoft.com/office/drawing/2014/main" id="{1E001CAE-49E1-4713-B065-CF52C01378C8}"/>
              </a:ext>
            </a:extLst>
          </p:cNvPr>
          <p:cNvSpPr>
            <a:spLocks noGrp="1"/>
          </p:cNvSpPr>
          <p:nvPr/>
        </p:nvSpPr>
        <p:spPr>
          <a:xfrm>
            <a:off x="15145165" y="4772025"/>
            <a:ext cx="95250" cy="300038"/>
          </a:xfrm>
          <a:prstGeom prst="rect">
            <a:avLst/>
          </a:prstGeom>
          <a:solidFill>
            <a:srgbClr val="FFFFFF"/>
          </a:solidFill>
          <a:ln w="6191">
            <a:solidFill>
              <a:srgbClr val="3D778E"/>
            </a:solidFill>
          </a:ln>
        </p:spPr>
      </p:sp>
      <p:sp>
        <p:nvSpPr>
          <p:cNvPr id="416" name="京东顺丰室内货架-4-416">
            <a:extLst>
              <a:ext uri="{FF2B5EF4-FFF2-40B4-BE49-F238E27FC236}">
                <a16:creationId xmlns:a16="http://schemas.microsoft.com/office/drawing/2014/main" id="{7237C44F-805B-46F3-8988-A429C8CC4B7B}"/>
              </a:ext>
            </a:extLst>
          </p:cNvPr>
          <p:cNvSpPr>
            <a:spLocks noGrp="1"/>
          </p:cNvSpPr>
          <p:nvPr/>
        </p:nvSpPr>
        <p:spPr>
          <a:xfrm>
            <a:off x="15145165" y="5072063"/>
            <a:ext cx="95250" cy="300038"/>
          </a:xfrm>
          <a:prstGeom prst="rect">
            <a:avLst/>
          </a:prstGeom>
          <a:solidFill>
            <a:srgbClr val="FFFFFF"/>
          </a:solidFill>
          <a:ln w="6191">
            <a:solidFill>
              <a:srgbClr val="3D778E"/>
            </a:solidFill>
          </a:ln>
        </p:spPr>
      </p:sp>
      <p:sp>
        <p:nvSpPr>
          <p:cNvPr id="417" name="寄件柜台侧边-417">
            <a:extLst>
              <a:ext uri="{FF2B5EF4-FFF2-40B4-BE49-F238E27FC236}">
                <a16:creationId xmlns:a16="http://schemas.microsoft.com/office/drawing/2014/main" id="{D42B50A7-806B-499A-B5BA-AC31F9716D20}"/>
              </a:ext>
            </a:extLst>
          </p:cNvPr>
          <p:cNvSpPr>
            <a:spLocks noGrp="1"/>
          </p:cNvSpPr>
          <p:nvPr/>
        </p:nvSpPr>
        <p:spPr>
          <a:xfrm>
            <a:off x="11734800" y="4876800"/>
            <a:ext cx="133350" cy="781050"/>
          </a:xfrm>
          <a:prstGeom prst="rect">
            <a:avLst/>
          </a:prstGeom>
          <a:solidFill>
            <a:srgbClr val="4C3035"/>
          </a:solidFill>
          <a:ln w="0">
            <a:noFill/>
          </a:ln>
        </p:spPr>
      </p:sp>
      <p:sp>
        <p:nvSpPr>
          <p:cNvPr id="418" name="寄件柜台-418">
            <a:extLst>
              <a:ext uri="{FF2B5EF4-FFF2-40B4-BE49-F238E27FC236}">
                <a16:creationId xmlns:a16="http://schemas.microsoft.com/office/drawing/2014/main" id="{AB2F4B35-5FC9-46BC-BF11-EC4D4B846359}"/>
              </a:ext>
            </a:extLst>
          </p:cNvPr>
          <p:cNvSpPr>
            <a:spLocks noGrp="1"/>
          </p:cNvSpPr>
          <p:nvPr/>
        </p:nvSpPr>
        <p:spPr>
          <a:xfrm>
            <a:off x="11734800" y="5534025"/>
            <a:ext cx="1276350" cy="200025"/>
          </a:xfrm>
          <a:prstGeom prst="rect">
            <a:avLst/>
          </a:prstGeom>
          <a:solidFill>
            <a:srgbClr val="4C3035"/>
          </a:solidFill>
          <a:ln w="0">
            <a:noFill/>
          </a:ln>
        </p:spPr>
      </p:sp>
      <p:sp>
        <p:nvSpPr>
          <p:cNvPr id="419" name="中间柜台-419">
            <a:extLst>
              <a:ext uri="{FF2B5EF4-FFF2-40B4-BE49-F238E27FC236}">
                <a16:creationId xmlns:a16="http://schemas.microsoft.com/office/drawing/2014/main" id="{29F672C5-073A-4C70-892E-4885D1F577D9}"/>
              </a:ext>
            </a:extLst>
          </p:cNvPr>
          <p:cNvSpPr>
            <a:spLocks noGrp="1"/>
          </p:cNvSpPr>
          <p:nvPr/>
        </p:nvSpPr>
        <p:spPr>
          <a:xfrm>
            <a:off x="13296900" y="5534025"/>
            <a:ext cx="495300" cy="200025"/>
          </a:xfrm>
          <a:prstGeom prst="rect">
            <a:avLst/>
          </a:prstGeom>
          <a:solidFill>
            <a:srgbClr val="4C3035"/>
          </a:solidFill>
          <a:ln w="0">
            <a:noFill/>
          </a:ln>
        </p:spPr>
      </p:sp>
      <p:sp>
        <p:nvSpPr>
          <p:cNvPr id="420" name="京东柜台-420">
            <a:extLst>
              <a:ext uri="{FF2B5EF4-FFF2-40B4-BE49-F238E27FC236}">
                <a16:creationId xmlns:a16="http://schemas.microsoft.com/office/drawing/2014/main" id="{9DF0466F-3244-4620-B055-35CD165B684D}"/>
              </a:ext>
            </a:extLst>
          </p:cNvPr>
          <p:cNvSpPr>
            <a:spLocks noGrp="1"/>
          </p:cNvSpPr>
          <p:nvPr/>
        </p:nvSpPr>
        <p:spPr>
          <a:xfrm>
            <a:off x="13944600" y="5534025"/>
            <a:ext cx="647700" cy="200025"/>
          </a:xfrm>
          <a:prstGeom prst="rect">
            <a:avLst/>
          </a:prstGeom>
          <a:solidFill>
            <a:srgbClr val="4C3035"/>
          </a:solidFill>
          <a:ln w="0">
            <a:noFill/>
          </a:ln>
        </p:spPr>
      </p:sp>
      <p:sp>
        <p:nvSpPr>
          <p:cNvPr id="421" name="顺丰柜台-421">
            <a:extLst>
              <a:ext uri="{FF2B5EF4-FFF2-40B4-BE49-F238E27FC236}">
                <a16:creationId xmlns:a16="http://schemas.microsoft.com/office/drawing/2014/main" id="{C0FED739-9571-4D49-B594-732B0AC292BF}"/>
              </a:ext>
            </a:extLst>
          </p:cNvPr>
          <p:cNvSpPr>
            <a:spLocks noGrp="1"/>
          </p:cNvSpPr>
          <p:nvPr/>
        </p:nvSpPr>
        <p:spPr>
          <a:xfrm>
            <a:off x="14687550" y="5534025"/>
            <a:ext cx="581025" cy="200025"/>
          </a:xfrm>
          <a:prstGeom prst="rect">
            <a:avLst/>
          </a:prstGeom>
          <a:solidFill>
            <a:srgbClr val="4C3035"/>
          </a:solidFill>
          <a:ln w="0">
            <a:noFill/>
          </a:ln>
        </p:spPr>
      </p:sp>
      <p:sp>
        <p:nvSpPr>
          <p:cNvPr id="422" name="寄件区工作台-1-422">
            <a:extLst>
              <a:ext uri="{FF2B5EF4-FFF2-40B4-BE49-F238E27FC236}">
                <a16:creationId xmlns:a16="http://schemas.microsoft.com/office/drawing/2014/main" id="{D5A8B6BA-B33C-4C94-8973-DF65C60E4B1D}"/>
              </a:ext>
            </a:extLst>
          </p:cNvPr>
          <p:cNvSpPr>
            <a:spLocks noGrp="1"/>
          </p:cNvSpPr>
          <p:nvPr/>
        </p:nvSpPr>
        <p:spPr>
          <a:xfrm>
            <a:off x="12153900" y="5200650"/>
            <a:ext cx="371475" cy="85725"/>
          </a:xfrm>
          <a:prstGeom prst="rect">
            <a:avLst/>
          </a:prstGeom>
          <a:solidFill>
            <a:srgbClr val="FFFFFF"/>
          </a:solidFill>
          <a:ln w="6191">
            <a:solidFill>
              <a:srgbClr val="3D778E"/>
            </a:solidFill>
          </a:ln>
        </p:spPr>
      </p:sp>
      <p:sp>
        <p:nvSpPr>
          <p:cNvPr id="423" name="寄件区工作台-2-423">
            <a:extLst>
              <a:ext uri="{FF2B5EF4-FFF2-40B4-BE49-F238E27FC236}">
                <a16:creationId xmlns:a16="http://schemas.microsoft.com/office/drawing/2014/main" id="{ABFE11DC-892A-496D-93E1-E86935A5C05F}"/>
              </a:ext>
            </a:extLst>
          </p:cNvPr>
          <p:cNvSpPr>
            <a:spLocks noGrp="1"/>
          </p:cNvSpPr>
          <p:nvPr/>
        </p:nvSpPr>
        <p:spPr>
          <a:xfrm>
            <a:off x="12525375" y="5200650"/>
            <a:ext cx="371475" cy="85725"/>
          </a:xfrm>
          <a:prstGeom prst="rect">
            <a:avLst/>
          </a:prstGeom>
          <a:solidFill>
            <a:srgbClr val="FFFFFF"/>
          </a:solidFill>
          <a:ln w="6191">
            <a:solidFill>
              <a:srgbClr val="3D778E"/>
            </a:solidFill>
          </a:ln>
        </p:spPr>
      </p:sp>
      <p:sp>
        <p:nvSpPr>
          <p:cNvPr id="424" name="边界-424">
            <a:extLst>
              <a:ext uri="{FF2B5EF4-FFF2-40B4-BE49-F238E27FC236}">
                <a16:creationId xmlns:a16="http://schemas.microsoft.com/office/drawing/2014/main" id="{7A320BE7-2E30-4C20-A153-3D35B563D05B}"/>
              </a:ext>
            </a:extLst>
          </p:cNvPr>
          <p:cNvSpPr>
            <a:spLocks noGrp="1"/>
          </p:cNvSpPr>
          <p:nvPr/>
        </p:nvSpPr>
        <p:spPr>
          <a:xfrm>
            <a:off x="12106275" y="5305425"/>
            <a:ext cx="857250" cy="0"/>
          </a:xfrm>
          <a:prstGeom prst="line">
            <a:avLst/>
          </a:prstGeom>
          <a:noFill/>
          <a:ln w="10478">
            <a:solidFill>
              <a:srgbClr val="46424A"/>
            </a:solidFill>
          </a:ln>
        </p:spPr>
      </p:sp>
      <p:sp>
        <p:nvSpPr>
          <p:cNvPr id="426" name="寄件区-426">
            <a:extLst>
              <a:ext uri="{FF2B5EF4-FFF2-40B4-BE49-F238E27FC236}">
                <a16:creationId xmlns:a16="http://schemas.microsoft.com/office/drawing/2014/main" id="{8C817A5B-E5AF-4784-8D1A-B911D3698F6E}"/>
              </a:ext>
            </a:extLst>
          </p:cNvPr>
          <p:cNvSpPr txBox="1">
            <a:spLocks noGrp="1"/>
          </p:cNvSpPr>
          <p:nvPr/>
        </p:nvSpPr>
        <p:spPr>
          <a:xfrm>
            <a:off x="12039600" y="5314950"/>
            <a:ext cx="7810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650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寄件区</a:t>
            </a:r>
          </a:p>
        </p:txBody>
      </p:sp>
      <p:sp>
        <p:nvSpPr>
          <p:cNvPr id="427" name="京东-427">
            <a:extLst>
              <a:ext uri="{FF2B5EF4-FFF2-40B4-BE49-F238E27FC236}">
                <a16:creationId xmlns:a16="http://schemas.microsoft.com/office/drawing/2014/main" id="{4DC8BF58-3C04-48C8-8E89-2E12A356101B}"/>
              </a:ext>
            </a:extLst>
          </p:cNvPr>
          <p:cNvSpPr txBox="1">
            <a:spLocks noGrp="1"/>
          </p:cNvSpPr>
          <p:nvPr/>
        </p:nvSpPr>
        <p:spPr>
          <a:xfrm>
            <a:off x="13916025" y="5314950"/>
            <a:ext cx="666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650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京东</a:t>
            </a:r>
          </a:p>
        </p:txBody>
      </p:sp>
      <p:sp>
        <p:nvSpPr>
          <p:cNvPr id="428" name="顺丰-428">
            <a:extLst>
              <a:ext uri="{FF2B5EF4-FFF2-40B4-BE49-F238E27FC236}">
                <a16:creationId xmlns:a16="http://schemas.microsoft.com/office/drawing/2014/main" id="{A173F277-6ABB-42C2-9057-3E8E00AC73B9}"/>
              </a:ext>
            </a:extLst>
          </p:cNvPr>
          <p:cNvSpPr txBox="1">
            <a:spLocks noGrp="1"/>
          </p:cNvSpPr>
          <p:nvPr/>
        </p:nvSpPr>
        <p:spPr>
          <a:xfrm>
            <a:off x="14668500" y="5314950"/>
            <a:ext cx="6096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650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顺丰</a:t>
            </a:r>
          </a:p>
        </p:txBody>
      </p:sp>
      <p:sp>
        <p:nvSpPr>
          <p:cNvPr id="429" name="寄件区门口-429">
            <a:extLst>
              <a:ext uri="{FF2B5EF4-FFF2-40B4-BE49-F238E27FC236}">
                <a16:creationId xmlns:a16="http://schemas.microsoft.com/office/drawing/2014/main" id="{125EDA06-4A57-4FC3-A5BF-59151A43F899}"/>
              </a:ext>
            </a:extLst>
          </p:cNvPr>
          <p:cNvSpPr>
            <a:spLocks noGrp="1"/>
          </p:cNvSpPr>
          <p:nvPr/>
        </p:nvSpPr>
        <p:spPr>
          <a:xfrm>
            <a:off x="11944350" y="6200775"/>
            <a:ext cx="800100" cy="857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430" name="顺丰区门口-430">
            <a:extLst>
              <a:ext uri="{FF2B5EF4-FFF2-40B4-BE49-F238E27FC236}">
                <a16:creationId xmlns:a16="http://schemas.microsoft.com/office/drawing/2014/main" id="{37930ECE-4D24-4FA2-9161-0C7F1985EF9A}"/>
              </a:ext>
            </a:extLst>
          </p:cNvPr>
          <p:cNvSpPr>
            <a:spLocks noGrp="1"/>
          </p:cNvSpPr>
          <p:nvPr/>
        </p:nvSpPr>
        <p:spPr>
          <a:xfrm>
            <a:off x="14249400" y="6200775"/>
            <a:ext cx="771525" cy="857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431" name="韵达300西边界-431">
            <a:extLst>
              <a:ext uri="{FF2B5EF4-FFF2-40B4-BE49-F238E27FC236}">
                <a16:creationId xmlns:a16="http://schemas.microsoft.com/office/drawing/2014/main" id="{4775584C-935D-4905-ACB1-9D84D825BB1D}"/>
              </a:ext>
            </a:extLst>
          </p:cNvPr>
          <p:cNvSpPr>
            <a:spLocks noGrp="1"/>
          </p:cNvSpPr>
          <p:nvPr/>
        </p:nvSpPr>
        <p:spPr>
          <a:xfrm>
            <a:off x="2733675" y="6134100"/>
            <a:ext cx="0" cy="1790700"/>
          </a:xfrm>
          <a:prstGeom prst="line">
            <a:avLst/>
          </a:prstGeom>
          <a:noFill/>
          <a:ln w="11430">
            <a:solidFill>
              <a:srgbClr val="46424A"/>
            </a:solidFill>
          </a:ln>
        </p:spPr>
      </p:sp>
      <p:sp>
        <p:nvSpPr>
          <p:cNvPr id="432" name="韵达300东边界-432">
            <a:extLst>
              <a:ext uri="{FF2B5EF4-FFF2-40B4-BE49-F238E27FC236}">
                <a16:creationId xmlns:a16="http://schemas.microsoft.com/office/drawing/2014/main" id="{7EF9FFAE-79E6-40A0-A9C2-58CCF17841D5}"/>
              </a:ext>
            </a:extLst>
          </p:cNvPr>
          <p:cNvSpPr>
            <a:spLocks noGrp="1"/>
          </p:cNvSpPr>
          <p:nvPr/>
        </p:nvSpPr>
        <p:spPr>
          <a:xfrm>
            <a:off x="5095875" y="6134100"/>
            <a:ext cx="0" cy="1800225"/>
          </a:xfrm>
          <a:prstGeom prst="line">
            <a:avLst/>
          </a:prstGeom>
          <a:noFill/>
          <a:ln w="11430">
            <a:solidFill>
              <a:srgbClr val="46424A"/>
            </a:solidFill>
          </a:ln>
        </p:spPr>
      </p:sp>
      <p:sp>
        <p:nvSpPr>
          <p:cNvPr id="433" name="韵达300西架-304-433">
            <a:extLst>
              <a:ext uri="{FF2B5EF4-FFF2-40B4-BE49-F238E27FC236}">
                <a16:creationId xmlns:a16="http://schemas.microsoft.com/office/drawing/2014/main" id="{5A48178A-5EEB-49B3-91A7-0701055D3B42}"/>
              </a:ext>
            </a:extLst>
          </p:cNvPr>
          <p:cNvSpPr>
            <a:spLocks noGrp="1"/>
          </p:cNvSpPr>
          <p:nvPr/>
        </p:nvSpPr>
        <p:spPr>
          <a:xfrm>
            <a:off x="2771775" y="6219825"/>
            <a:ext cx="142875" cy="33909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434" name="304-434">
            <a:extLst>
              <a:ext uri="{FF2B5EF4-FFF2-40B4-BE49-F238E27FC236}">
                <a16:creationId xmlns:a16="http://schemas.microsoft.com/office/drawing/2014/main" id="{CDBBBBD6-631E-4F14-980B-176274324A28}"/>
              </a:ext>
            </a:extLst>
          </p:cNvPr>
          <p:cNvSpPr txBox="1">
            <a:spLocks noGrp="1"/>
          </p:cNvSpPr>
          <p:nvPr/>
        </p:nvSpPr>
        <p:spPr>
          <a:xfrm rot="5400000">
            <a:off x="2673668" y="6317933"/>
            <a:ext cx="339090" cy="142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304</a:t>
            </a:r>
          </a:p>
        </p:txBody>
      </p:sp>
      <p:sp>
        <p:nvSpPr>
          <p:cNvPr id="435" name="韵达300西架-303-435">
            <a:extLst>
              <a:ext uri="{FF2B5EF4-FFF2-40B4-BE49-F238E27FC236}">
                <a16:creationId xmlns:a16="http://schemas.microsoft.com/office/drawing/2014/main" id="{4EE70E07-42E6-4F57-809C-FE12AEF8184F}"/>
              </a:ext>
            </a:extLst>
          </p:cNvPr>
          <p:cNvSpPr>
            <a:spLocks noGrp="1"/>
          </p:cNvSpPr>
          <p:nvPr/>
        </p:nvSpPr>
        <p:spPr>
          <a:xfrm>
            <a:off x="2771775" y="6558915"/>
            <a:ext cx="142875" cy="33909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436" name="303-436">
            <a:extLst>
              <a:ext uri="{FF2B5EF4-FFF2-40B4-BE49-F238E27FC236}">
                <a16:creationId xmlns:a16="http://schemas.microsoft.com/office/drawing/2014/main" id="{EF4469E3-AB99-4F63-9F70-9A8D37477229}"/>
              </a:ext>
            </a:extLst>
          </p:cNvPr>
          <p:cNvSpPr txBox="1">
            <a:spLocks noGrp="1"/>
          </p:cNvSpPr>
          <p:nvPr/>
        </p:nvSpPr>
        <p:spPr>
          <a:xfrm rot="5400000">
            <a:off x="2673668" y="6657023"/>
            <a:ext cx="339090" cy="142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303</a:t>
            </a:r>
          </a:p>
        </p:txBody>
      </p:sp>
      <p:sp>
        <p:nvSpPr>
          <p:cNvPr id="437" name="韵达300西架-302-437">
            <a:extLst>
              <a:ext uri="{FF2B5EF4-FFF2-40B4-BE49-F238E27FC236}">
                <a16:creationId xmlns:a16="http://schemas.microsoft.com/office/drawing/2014/main" id="{E2446C53-0DF7-4F6A-AE3D-667359B00123}"/>
              </a:ext>
            </a:extLst>
          </p:cNvPr>
          <p:cNvSpPr>
            <a:spLocks noGrp="1"/>
          </p:cNvSpPr>
          <p:nvPr/>
        </p:nvSpPr>
        <p:spPr>
          <a:xfrm>
            <a:off x="2771775" y="6898005"/>
            <a:ext cx="142875" cy="33909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438" name="302-438">
            <a:extLst>
              <a:ext uri="{FF2B5EF4-FFF2-40B4-BE49-F238E27FC236}">
                <a16:creationId xmlns:a16="http://schemas.microsoft.com/office/drawing/2014/main" id="{45F1CD21-3C14-44CA-82D9-B696D9B57D15}"/>
              </a:ext>
            </a:extLst>
          </p:cNvPr>
          <p:cNvSpPr txBox="1">
            <a:spLocks noGrp="1"/>
          </p:cNvSpPr>
          <p:nvPr/>
        </p:nvSpPr>
        <p:spPr>
          <a:xfrm rot="5400000">
            <a:off x="2673668" y="6996113"/>
            <a:ext cx="339090" cy="142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302</a:t>
            </a:r>
          </a:p>
        </p:txBody>
      </p:sp>
      <p:sp>
        <p:nvSpPr>
          <p:cNvPr id="439" name="韵达300西架-301-439">
            <a:extLst>
              <a:ext uri="{FF2B5EF4-FFF2-40B4-BE49-F238E27FC236}">
                <a16:creationId xmlns:a16="http://schemas.microsoft.com/office/drawing/2014/main" id="{36C09622-ABDE-4092-8E95-6FFF7F1E16E1}"/>
              </a:ext>
            </a:extLst>
          </p:cNvPr>
          <p:cNvSpPr>
            <a:spLocks noGrp="1"/>
          </p:cNvSpPr>
          <p:nvPr/>
        </p:nvSpPr>
        <p:spPr>
          <a:xfrm>
            <a:off x="2771775" y="7237095"/>
            <a:ext cx="142875" cy="33909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440" name="301-440">
            <a:extLst>
              <a:ext uri="{FF2B5EF4-FFF2-40B4-BE49-F238E27FC236}">
                <a16:creationId xmlns:a16="http://schemas.microsoft.com/office/drawing/2014/main" id="{E86138AB-00A9-4671-A002-18672D7DE2DB}"/>
              </a:ext>
            </a:extLst>
          </p:cNvPr>
          <p:cNvSpPr txBox="1">
            <a:spLocks noGrp="1"/>
          </p:cNvSpPr>
          <p:nvPr/>
        </p:nvSpPr>
        <p:spPr>
          <a:xfrm rot="5400000">
            <a:off x="2673668" y="7335202"/>
            <a:ext cx="339090" cy="142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301</a:t>
            </a:r>
          </a:p>
        </p:txBody>
      </p:sp>
      <p:sp>
        <p:nvSpPr>
          <p:cNvPr id="441" name="韵达300西架-300-441">
            <a:extLst>
              <a:ext uri="{FF2B5EF4-FFF2-40B4-BE49-F238E27FC236}">
                <a16:creationId xmlns:a16="http://schemas.microsoft.com/office/drawing/2014/main" id="{29A222D5-4292-453E-84BF-1BDC72827671}"/>
              </a:ext>
            </a:extLst>
          </p:cNvPr>
          <p:cNvSpPr>
            <a:spLocks noGrp="1"/>
          </p:cNvSpPr>
          <p:nvPr/>
        </p:nvSpPr>
        <p:spPr>
          <a:xfrm>
            <a:off x="2771775" y="7576185"/>
            <a:ext cx="142875" cy="33909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442" name="300-442">
            <a:extLst>
              <a:ext uri="{FF2B5EF4-FFF2-40B4-BE49-F238E27FC236}">
                <a16:creationId xmlns:a16="http://schemas.microsoft.com/office/drawing/2014/main" id="{AA451C4B-2EAB-4D4F-BA9C-C69EABAF4A1F}"/>
              </a:ext>
            </a:extLst>
          </p:cNvPr>
          <p:cNvSpPr txBox="1">
            <a:spLocks noGrp="1"/>
          </p:cNvSpPr>
          <p:nvPr/>
        </p:nvSpPr>
        <p:spPr>
          <a:xfrm rot="5400000">
            <a:off x="2673668" y="7674292"/>
            <a:ext cx="339090" cy="142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300</a:t>
            </a:r>
          </a:p>
        </p:txBody>
      </p:sp>
      <p:sp>
        <p:nvSpPr>
          <p:cNvPr id="443" name="韵达300北架-305-443">
            <a:extLst>
              <a:ext uri="{FF2B5EF4-FFF2-40B4-BE49-F238E27FC236}">
                <a16:creationId xmlns:a16="http://schemas.microsoft.com/office/drawing/2014/main" id="{C301A0CC-957A-4147-980F-AF1B9DB8B62F}"/>
              </a:ext>
            </a:extLst>
          </p:cNvPr>
          <p:cNvSpPr>
            <a:spLocks noGrp="1"/>
          </p:cNvSpPr>
          <p:nvPr/>
        </p:nvSpPr>
        <p:spPr>
          <a:xfrm>
            <a:off x="2914650" y="6143625"/>
            <a:ext cx="401955" cy="9525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444" name="305-444">
            <a:extLst>
              <a:ext uri="{FF2B5EF4-FFF2-40B4-BE49-F238E27FC236}">
                <a16:creationId xmlns:a16="http://schemas.microsoft.com/office/drawing/2014/main" id="{BF8924E3-EF25-4190-B6E9-296C960A4A6A}"/>
              </a:ext>
            </a:extLst>
          </p:cNvPr>
          <p:cNvSpPr txBox="1">
            <a:spLocks noGrp="1"/>
          </p:cNvSpPr>
          <p:nvPr/>
        </p:nvSpPr>
        <p:spPr>
          <a:xfrm>
            <a:off x="2916555" y="6142196"/>
            <a:ext cx="398145" cy="9810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305</a:t>
            </a:r>
          </a:p>
        </p:txBody>
      </p:sp>
      <p:sp>
        <p:nvSpPr>
          <p:cNvPr id="445" name="韵达300北架-306-445">
            <a:extLst>
              <a:ext uri="{FF2B5EF4-FFF2-40B4-BE49-F238E27FC236}">
                <a16:creationId xmlns:a16="http://schemas.microsoft.com/office/drawing/2014/main" id="{AD0F3820-02CA-4AB5-8BC5-2DAA61CEECE4}"/>
              </a:ext>
            </a:extLst>
          </p:cNvPr>
          <p:cNvSpPr>
            <a:spLocks noGrp="1"/>
          </p:cNvSpPr>
          <p:nvPr/>
        </p:nvSpPr>
        <p:spPr>
          <a:xfrm>
            <a:off x="3316605" y="6143625"/>
            <a:ext cx="401955" cy="9525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446" name="306-446">
            <a:extLst>
              <a:ext uri="{FF2B5EF4-FFF2-40B4-BE49-F238E27FC236}">
                <a16:creationId xmlns:a16="http://schemas.microsoft.com/office/drawing/2014/main" id="{CAE4005D-F30C-400E-A949-51EE34E35207}"/>
              </a:ext>
            </a:extLst>
          </p:cNvPr>
          <p:cNvSpPr txBox="1">
            <a:spLocks noGrp="1"/>
          </p:cNvSpPr>
          <p:nvPr/>
        </p:nvSpPr>
        <p:spPr>
          <a:xfrm>
            <a:off x="3318510" y="6142196"/>
            <a:ext cx="398145" cy="9810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306</a:t>
            </a:r>
          </a:p>
        </p:txBody>
      </p:sp>
      <p:sp>
        <p:nvSpPr>
          <p:cNvPr id="447" name="韵达300北架-307-447">
            <a:extLst>
              <a:ext uri="{FF2B5EF4-FFF2-40B4-BE49-F238E27FC236}">
                <a16:creationId xmlns:a16="http://schemas.microsoft.com/office/drawing/2014/main" id="{0080F124-59C8-41DE-946C-7150D6FF9D54}"/>
              </a:ext>
            </a:extLst>
          </p:cNvPr>
          <p:cNvSpPr>
            <a:spLocks noGrp="1"/>
          </p:cNvSpPr>
          <p:nvPr/>
        </p:nvSpPr>
        <p:spPr>
          <a:xfrm>
            <a:off x="3718560" y="6143625"/>
            <a:ext cx="401955" cy="9525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448" name="307-448">
            <a:extLst>
              <a:ext uri="{FF2B5EF4-FFF2-40B4-BE49-F238E27FC236}">
                <a16:creationId xmlns:a16="http://schemas.microsoft.com/office/drawing/2014/main" id="{5E7AB48C-E310-49D3-8B44-C9C87B80DEB7}"/>
              </a:ext>
            </a:extLst>
          </p:cNvPr>
          <p:cNvSpPr txBox="1">
            <a:spLocks noGrp="1"/>
          </p:cNvSpPr>
          <p:nvPr/>
        </p:nvSpPr>
        <p:spPr>
          <a:xfrm>
            <a:off x="3720465" y="6142196"/>
            <a:ext cx="398145" cy="9810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307</a:t>
            </a:r>
          </a:p>
        </p:txBody>
      </p:sp>
      <p:sp>
        <p:nvSpPr>
          <p:cNvPr id="449" name="韵达300北架-308-449">
            <a:extLst>
              <a:ext uri="{FF2B5EF4-FFF2-40B4-BE49-F238E27FC236}">
                <a16:creationId xmlns:a16="http://schemas.microsoft.com/office/drawing/2014/main" id="{DE577377-C36F-4E19-974F-FD24193E4A1F}"/>
              </a:ext>
            </a:extLst>
          </p:cNvPr>
          <p:cNvSpPr>
            <a:spLocks noGrp="1"/>
          </p:cNvSpPr>
          <p:nvPr/>
        </p:nvSpPr>
        <p:spPr>
          <a:xfrm>
            <a:off x="4120515" y="6143625"/>
            <a:ext cx="401955" cy="9525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450" name="308-450">
            <a:extLst>
              <a:ext uri="{FF2B5EF4-FFF2-40B4-BE49-F238E27FC236}">
                <a16:creationId xmlns:a16="http://schemas.microsoft.com/office/drawing/2014/main" id="{002853CA-C465-48F8-AB00-7DD9A0DA2610}"/>
              </a:ext>
            </a:extLst>
          </p:cNvPr>
          <p:cNvSpPr txBox="1">
            <a:spLocks noGrp="1"/>
          </p:cNvSpPr>
          <p:nvPr/>
        </p:nvSpPr>
        <p:spPr>
          <a:xfrm>
            <a:off x="4122420" y="6142196"/>
            <a:ext cx="398145" cy="9810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308</a:t>
            </a:r>
          </a:p>
        </p:txBody>
      </p:sp>
      <p:sp>
        <p:nvSpPr>
          <p:cNvPr id="451" name="韵达300北架-309-451">
            <a:extLst>
              <a:ext uri="{FF2B5EF4-FFF2-40B4-BE49-F238E27FC236}">
                <a16:creationId xmlns:a16="http://schemas.microsoft.com/office/drawing/2014/main" id="{1D61B739-17EE-4184-AF5D-94710ED65A47}"/>
              </a:ext>
            </a:extLst>
          </p:cNvPr>
          <p:cNvSpPr>
            <a:spLocks noGrp="1"/>
          </p:cNvSpPr>
          <p:nvPr/>
        </p:nvSpPr>
        <p:spPr>
          <a:xfrm>
            <a:off x="4522470" y="6143625"/>
            <a:ext cx="401955" cy="9525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452" name="309-452">
            <a:extLst>
              <a:ext uri="{FF2B5EF4-FFF2-40B4-BE49-F238E27FC236}">
                <a16:creationId xmlns:a16="http://schemas.microsoft.com/office/drawing/2014/main" id="{8E0A47F1-9880-46AE-8973-78CCF2A8D2C4}"/>
              </a:ext>
            </a:extLst>
          </p:cNvPr>
          <p:cNvSpPr txBox="1">
            <a:spLocks noGrp="1"/>
          </p:cNvSpPr>
          <p:nvPr/>
        </p:nvSpPr>
        <p:spPr>
          <a:xfrm>
            <a:off x="4524375" y="6142196"/>
            <a:ext cx="398145" cy="9810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309</a:t>
            </a:r>
          </a:p>
        </p:txBody>
      </p:sp>
      <p:sp>
        <p:nvSpPr>
          <p:cNvPr id="453" name="韵达300东架-327-453">
            <a:extLst>
              <a:ext uri="{FF2B5EF4-FFF2-40B4-BE49-F238E27FC236}">
                <a16:creationId xmlns:a16="http://schemas.microsoft.com/office/drawing/2014/main" id="{1C74991F-6FC5-4859-994F-E34F5564D03D}"/>
              </a:ext>
            </a:extLst>
          </p:cNvPr>
          <p:cNvSpPr>
            <a:spLocks noGrp="1"/>
          </p:cNvSpPr>
          <p:nvPr/>
        </p:nvSpPr>
        <p:spPr>
          <a:xfrm>
            <a:off x="4933950" y="6238875"/>
            <a:ext cx="142875" cy="33909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454" name="327-454">
            <a:extLst>
              <a:ext uri="{FF2B5EF4-FFF2-40B4-BE49-F238E27FC236}">
                <a16:creationId xmlns:a16="http://schemas.microsoft.com/office/drawing/2014/main" id="{6974CABB-B3BA-485E-B60D-E5DFE3669030}"/>
              </a:ext>
            </a:extLst>
          </p:cNvPr>
          <p:cNvSpPr txBox="1">
            <a:spLocks noGrp="1"/>
          </p:cNvSpPr>
          <p:nvPr/>
        </p:nvSpPr>
        <p:spPr>
          <a:xfrm rot="5400000">
            <a:off x="4835843" y="6336983"/>
            <a:ext cx="339090" cy="142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327</a:t>
            </a:r>
          </a:p>
        </p:txBody>
      </p:sp>
      <p:sp>
        <p:nvSpPr>
          <p:cNvPr id="455" name="韵达300东架-328-455">
            <a:extLst>
              <a:ext uri="{FF2B5EF4-FFF2-40B4-BE49-F238E27FC236}">
                <a16:creationId xmlns:a16="http://schemas.microsoft.com/office/drawing/2014/main" id="{8A931BBB-6325-47D1-A255-99B156EECAE4}"/>
              </a:ext>
            </a:extLst>
          </p:cNvPr>
          <p:cNvSpPr>
            <a:spLocks noGrp="1"/>
          </p:cNvSpPr>
          <p:nvPr/>
        </p:nvSpPr>
        <p:spPr>
          <a:xfrm>
            <a:off x="4933950" y="6577965"/>
            <a:ext cx="142875" cy="33909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456" name="328-456">
            <a:extLst>
              <a:ext uri="{FF2B5EF4-FFF2-40B4-BE49-F238E27FC236}">
                <a16:creationId xmlns:a16="http://schemas.microsoft.com/office/drawing/2014/main" id="{2FF1C174-3189-46C2-9723-EF123A8FF851}"/>
              </a:ext>
            </a:extLst>
          </p:cNvPr>
          <p:cNvSpPr txBox="1">
            <a:spLocks noGrp="1"/>
          </p:cNvSpPr>
          <p:nvPr/>
        </p:nvSpPr>
        <p:spPr>
          <a:xfrm rot="5400000">
            <a:off x="4835843" y="6676073"/>
            <a:ext cx="339090" cy="142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328</a:t>
            </a:r>
          </a:p>
        </p:txBody>
      </p:sp>
      <p:sp>
        <p:nvSpPr>
          <p:cNvPr id="457" name="韵达300东架-329-457">
            <a:extLst>
              <a:ext uri="{FF2B5EF4-FFF2-40B4-BE49-F238E27FC236}">
                <a16:creationId xmlns:a16="http://schemas.microsoft.com/office/drawing/2014/main" id="{2E48107F-34BD-4A28-BA08-42B13D131E43}"/>
              </a:ext>
            </a:extLst>
          </p:cNvPr>
          <p:cNvSpPr>
            <a:spLocks noGrp="1"/>
          </p:cNvSpPr>
          <p:nvPr/>
        </p:nvSpPr>
        <p:spPr>
          <a:xfrm>
            <a:off x="4933950" y="6917055"/>
            <a:ext cx="142875" cy="33909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458" name="329-458">
            <a:extLst>
              <a:ext uri="{FF2B5EF4-FFF2-40B4-BE49-F238E27FC236}">
                <a16:creationId xmlns:a16="http://schemas.microsoft.com/office/drawing/2014/main" id="{94920D43-5AED-4160-93CA-59F655702F1D}"/>
              </a:ext>
            </a:extLst>
          </p:cNvPr>
          <p:cNvSpPr txBox="1">
            <a:spLocks noGrp="1"/>
          </p:cNvSpPr>
          <p:nvPr/>
        </p:nvSpPr>
        <p:spPr>
          <a:xfrm rot="5400000">
            <a:off x="4835843" y="7015163"/>
            <a:ext cx="339090" cy="142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329</a:t>
            </a:r>
          </a:p>
        </p:txBody>
      </p:sp>
      <p:sp>
        <p:nvSpPr>
          <p:cNvPr id="459" name="韵达300东架-330-459">
            <a:extLst>
              <a:ext uri="{FF2B5EF4-FFF2-40B4-BE49-F238E27FC236}">
                <a16:creationId xmlns:a16="http://schemas.microsoft.com/office/drawing/2014/main" id="{1BAEF32B-8CF9-46CD-B271-533857EE517B}"/>
              </a:ext>
            </a:extLst>
          </p:cNvPr>
          <p:cNvSpPr>
            <a:spLocks noGrp="1"/>
          </p:cNvSpPr>
          <p:nvPr/>
        </p:nvSpPr>
        <p:spPr>
          <a:xfrm>
            <a:off x="4933950" y="7256145"/>
            <a:ext cx="142875" cy="33909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460" name="330-460">
            <a:extLst>
              <a:ext uri="{FF2B5EF4-FFF2-40B4-BE49-F238E27FC236}">
                <a16:creationId xmlns:a16="http://schemas.microsoft.com/office/drawing/2014/main" id="{88C0288B-0823-400C-8DED-74B6CB49CF9F}"/>
              </a:ext>
            </a:extLst>
          </p:cNvPr>
          <p:cNvSpPr txBox="1">
            <a:spLocks noGrp="1"/>
          </p:cNvSpPr>
          <p:nvPr/>
        </p:nvSpPr>
        <p:spPr>
          <a:xfrm rot="5400000">
            <a:off x="4835843" y="7354252"/>
            <a:ext cx="339090" cy="142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330</a:t>
            </a:r>
          </a:p>
        </p:txBody>
      </p:sp>
      <p:sp>
        <p:nvSpPr>
          <p:cNvPr id="461" name="韵达300东架-330-461">
            <a:extLst>
              <a:ext uri="{FF2B5EF4-FFF2-40B4-BE49-F238E27FC236}">
                <a16:creationId xmlns:a16="http://schemas.microsoft.com/office/drawing/2014/main" id="{D978DAD4-3A02-4C95-ACC6-C3E0F2589AB0}"/>
              </a:ext>
            </a:extLst>
          </p:cNvPr>
          <p:cNvSpPr>
            <a:spLocks noGrp="1"/>
          </p:cNvSpPr>
          <p:nvPr/>
        </p:nvSpPr>
        <p:spPr>
          <a:xfrm>
            <a:off x="4933950" y="7595235"/>
            <a:ext cx="142875" cy="33909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462" name="330-462">
            <a:extLst>
              <a:ext uri="{FF2B5EF4-FFF2-40B4-BE49-F238E27FC236}">
                <a16:creationId xmlns:a16="http://schemas.microsoft.com/office/drawing/2014/main" id="{B4BE31E0-D5C7-45E7-892D-8B24FE7EA248}"/>
              </a:ext>
            </a:extLst>
          </p:cNvPr>
          <p:cNvSpPr txBox="1">
            <a:spLocks noGrp="1"/>
          </p:cNvSpPr>
          <p:nvPr/>
        </p:nvSpPr>
        <p:spPr>
          <a:xfrm rot="5400000">
            <a:off x="4835843" y="7693342"/>
            <a:ext cx="339090" cy="142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 dirty="0">
                <a:solidFill>
                  <a:srgbClr val="315E7A"/>
                </a:solidFill>
                <a:latin typeface="Arial"/>
                <a:ea typeface="Arial"/>
                <a:cs typeface="Arial"/>
              </a:rPr>
              <a:t>330</a:t>
            </a:r>
          </a:p>
        </p:txBody>
      </p:sp>
      <p:sp>
        <p:nvSpPr>
          <p:cNvPr id="463" name="韵达300一排左-310-463">
            <a:extLst>
              <a:ext uri="{FF2B5EF4-FFF2-40B4-BE49-F238E27FC236}">
                <a16:creationId xmlns:a16="http://schemas.microsoft.com/office/drawing/2014/main" id="{7E7C3565-09BA-40B9-817B-0D136DF6D169}"/>
              </a:ext>
            </a:extLst>
          </p:cNvPr>
          <p:cNvSpPr>
            <a:spLocks noGrp="1"/>
          </p:cNvSpPr>
          <p:nvPr/>
        </p:nvSpPr>
        <p:spPr>
          <a:xfrm>
            <a:off x="3409950" y="6543675"/>
            <a:ext cx="133350" cy="32385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464" name="310-464">
            <a:extLst>
              <a:ext uri="{FF2B5EF4-FFF2-40B4-BE49-F238E27FC236}">
                <a16:creationId xmlns:a16="http://schemas.microsoft.com/office/drawing/2014/main" id="{EABF5D66-E19B-421D-8874-E9C740905062}"/>
              </a:ext>
            </a:extLst>
          </p:cNvPr>
          <p:cNvSpPr txBox="1">
            <a:spLocks noGrp="1"/>
          </p:cNvSpPr>
          <p:nvPr/>
        </p:nvSpPr>
        <p:spPr>
          <a:xfrm rot="5400000">
            <a:off x="3314700" y="6638925"/>
            <a:ext cx="323850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310</a:t>
            </a:r>
          </a:p>
        </p:txBody>
      </p:sp>
      <p:sp>
        <p:nvSpPr>
          <p:cNvPr id="465" name="韵达300一排左-311-465">
            <a:extLst>
              <a:ext uri="{FF2B5EF4-FFF2-40B4-BE49-F238E27FC236}">
                <a16:creationId xmlns:a16="http://schemas.microsoft.com/office/drawing/2014/main" id="{5F3DDAB1-BEE5-45F4-892A-31E6CBB0C639}"/>
              </a:ext>
            </a:extLst>
          </p:cNvPr>
          <p:cNvSpPr>
            <a:spLocks noGrp="1"/>
          </p:cNvSpPr>
          <p:nvPr/>
        </p:nvSpPr>
        <p:spPr>
          <a:xfrm>
            <a:off x="3409950" y="6867525"/>
            <a:ext cx="133350" cy="32385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466" name="311-466">
            <a:extLst>
              <a:ext uri="{FF2B5EF4-FFF2-40B4-BE49-F238E27FC236}">
                <a16:creationId xmlns:a16="http://schemas.microsoft.com/office/drawing/2014/main" id="{18A134B7-BCEE-4EA8-AB38-833237018147}"/>
              </a:ext>
            </a:extLst>
          </p:cNvPr>
          <p:cNvSpPr txBox="1">
            <a:spLocks noGrp="1"/>
          </p:cNvSpPr>
          <p:nvPr/>
        </p:nvSpPr>
        <p:spPr>
          <a:xfrm rot="5400000">
            <a:off x="3314700" y="6962775"/>
            <a:ext cx="323850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311</a:t>
            </a:r>
          </a:p>
        </p:txBody>
      </p:sp>
      <p:sp>
        <p:nvSpPr>
          <p:cNvPr id="467" name="韵达300一排左-312-467">
            <a:extLst>
              <a:ext uri="{FF2B5EF4-FFF2-40B4-BE49-F238E27FC236}">
                <a16:creationId xmlns:a16="http://schemas.microsoft.com/office/drawing/2014/main" id="{DB75A6F1-AFB5-4B4A-ADCB-B93DEF9F69DE}"/>
              </a:ext>
            </a:extLst>
          </p:cNvPr>
          <p:cNvSpPr>
            <a:spLocks noGrp="1"/>
          </p:cNvSpPr>
          <p:nvPr/>
        </p:nvSpPr>
        <p:spPr>
          <a:xfrm>
            <a:off x="3409950" y="7191375"/>
            <a:ext cx="133350" cy="32385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468" name="312-468">
            <a:extLst>
              <a:ext uri="{FF2B5EF4-FFF2-40B4-BE49-F238E27FC236}">
                <a16:creationId xmlns:a16="http://schemas.microsoft.com/office/drawing/2014/main" id="{49E348AC-7004-4072-9556-AD5C12C5C9AB}"/>
              </a:ext>
            </a:extLst>
          </p:cNvPr>
          <p:cNvSpPr txBox="1">
            <a:spLocks noGrp="1"/>
          </p:cNvSpPr>
          <p:nvPr/>
        </p:nvSpPr>
        <p:spPr>
          <a:xfrm rot="5400000">
            <a:off x="3314700" y="7286625"/>
            <a:ext cx="323850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312</a:t>
            </a:r>
          </a:p>
        </p:txBody>
      </p:sp>
      <p:sp>
        <p:nvSpPr>
          <p:cNvPr id="469" name="韵达300一排左-313-469">
            <a:extLst>
              <a:ext uri="{FF2B5EF4-FFF2-40B4-BE49-F238E27FC236}">
                <a16:creationId xmlns:a16="http://schemas.microsoft.com/office/drawing/2014/main" id="{2CD16524-6DE0-438A-B0E6-14CE69BAB074}"/>
              </a:ext>
            </a:extLst>
          </p:cNvPr>
          <p:cNvSpPr>
            <a:spLocks noGrp="1"/>
          </p:cNvSpPr>
          <p:nvPr/>
        </p:nvSpPr>
        <p:spPr>
          <a:xfrm>
            <a:off x="3409950" y="7515225"/>
            <a:ext cx="133350" cy="32385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470" name="313-470">
            <a:extLst>
              <a:ext uri="{FF2B5EF4-FFF2-40B4-BE49-F238E27FC236}">
                <a16:creationId xmlns:a16="http://schemas.microsoft.com/office/drawing/2014/main" id="{B4E858F3-D975-46A0-AE61-1FA0033B016E}"/>
              </a:ext>
            </a:extLst>
          </p:cNvPr>
          <p:cNvSpPr txBox="1">
            <a:spLocks noGrp="1"/>
          </p:cNvSpPr>
          <p:nvPr/>
        </p:nvSpPr>
        <p:spPr>
          <a:xfrm rot="5400000">
            <a:off x="3314700" y="7610475"/>
            <a:ext cx="323850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313</a:t>
            </a:r>
          </a:p>
        </p:txBody>
      </p:sp>
      <p:sp>
        <p:nvSpPr>
          <p:cNvPr id="471" name="韵达300一排右-317-471">
            <a:extLst>
              <a:ext uri="{FF2B5EF4-FFF2-40B4-BE49-F238E27FC236}">
                <a16:creationId xmlns:a16="http://schemas.microsoft.com/office/drawing/2014/main" id="{54D0E465-2B15-45FE-A2A5-767757754143}"/>
              </a:ext>
            </a:extLst>
          </p:cNvPr>
          <p:cNvSpPr>
            <a:spLocks noGrp="1"/>
          </p:cNvSpPr>
          <p:nvPr/>
        </p:nvSpPr>
        <p:spPr>
          <a:xfrm>
            <a:off x="3543300" y="6543675"/>
            <a:ext cx="133350" cy="32385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472" name="317-472">
            <a:extLst>
              <a:ext uri="{FF2B5EF4-FFF2-40B4-BE49-F238E27FC236}">
                <a16:creationId xmlns:a16="http://schemas.microsoft.com/office/drawing/2014/main" id="{3A23FAA4-ACAA-4C5C-BCD6-449FB0B9A4BD}"/>
              </a:ext>
            </a:extLst>
          </p:cNvPr>
          <p:cNvSpPr txBox="1">
            <a:spLocks noGrp="1"/>
          </p:cNvSpPr>
          <p:nvPr/>
        </p:nvSpPr>
        <p:spPr>
          <a:xfrm rot="5400000">
            <a:off x="3448050" y="6638925"/>
            <a:ext cx="323850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317</a:t>
            </a:r>
          </a:p>
        </p:txBody>
      </p:sp>
      <p:sp>
        <p:nvSpPr>
          <p:cNvPr id="473" name="韵达300一排右-316-473">
            <a:extLst>
              <a:ext uri="{FF2B5EF4-FFF2-40B4-BE49-F238E27FC236}">
                <a16:creationId xmlns:a16="http://schemas.microsoft.com/office/drawing/2014/main" id="{721E2633-A4C7-4360-BFF2-A10FD93A73A0}"/>
              </a:ext>
            </a:extLst>
          </p:cNvPr>
          <p:cNvSpPr>
            <a:spLocks noGrp="1"/>
          </p:cNvSpPr>
          <p:nvPr/>
        </p:nvSpPr>
        <p:spPr>
          <a:xfrm>
            <a:off x="3543300" y="6867525"/>
            <a:ext cx="133350" cy="32385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474" name="316-474">
            <a:extLst>
              <a:ext uri="{FF2B5EF4-FFF2-40B4-BE49-F238E27FC236}">
                <a16:creationId xmlns:a16="http://schemas.microsoft.com/office/drawing/2014/main" id="{A418C8FC-15DA-4CCF-A8D9-9AD6CD97C7CE}"/>
              </a:ext>
            </a:extLst>
          </p:cNvPr>
          <p:cNvSpPr txBox="1">
            <a:spLocks noGrp="1"/>
          </p:cNvSpPr>
          <p:nvPr/>
        </p:nvSpPr>
        <p:spPr>
          <a:xfrm rot="5400000">
            <a:off x="3448050" y="6962775"/>
            <a:ext cx="323850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316</a:t>
            </a:r>
          </a:p>
        </p:txBody>
      </p:sp>
      <p:sp>
        <p:nvSpPr>
          <p:cNvPr id="475" name="韵达300一排右-315-475">
            <a:extLst>
              <a:ext uri="{FF2B5EF4-FFF2-40B4-BE49-F238E27FC236}">
                <a16:creationId xmlns:a16="http://schemas.microsoft.com/office/drawing/2014/main" id="{4FD9C9C1-CC25-4B44-843A-03BCD140445D}"/>
              </a:ext>
            </a:extLst>
          </p:cNvPr>
          <p:cNvSpPr>
            <a:spLocks noGrp="1"/>
          </p:cNvSpPr>
          <p:nvPr/>
        </p:nvSpPr>
        <p:spPr>
          <a:xfrm>
            <a:off x="3543300" y="7191375"/>
            <a:ext cx="133350" cy="32385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476" name="315-476">
            <a:extLst>
              <a:ext uri="{FF2B5EF4-FFF2-40B4-BE49-F238E27FC236}">
                <a16:creationId xmlns:a16="http://schemas.microsoft.com/office/drawing/2014/main" id="{4EE89198-48AF-47DF-A675-FCDABE7C498D}"/>
              </a:ext>
            </a:extLst>
          </p:cNvPr>
          <p:cNvSpPr txBox="1">
            <a:spLocks noGrp="1"/>
          </p:cNvSpPr>
          <p:nvPr/>
        </p:nvSpPr>
        <p:spPr>
          <a:xfrm rot="5400000">
            <a:off x="3448050" y="7286625"/>
            <a:ext cx="323850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315</a:t>
            </a:r>
          </a:p>
        </p:txBody>
      </p:sp>
      <p:sp>
        <p:nvSpPr>
          <p:cNvPr id="477" name="韵达300一排右-314-477">
            <a:extLst>
              <a:ext uri="{FF2B5EF4-FFF2-40B4-BE49-F238E27FC236}">
                <a16:creationId xmlns:a16="http://schemas.microsoft.com/office/drawing/2014/main" id="{A4E9B47A-4E67-45A3-9D6F-754C6FAB5A46}"/>
              </a:ext>
            </a:extLst>
          </p:cNvPr>
          <p:cNvSpPr>
            <a:spLocks noGrp="1"/>
          </p:cNvSpPr>
          <p:nvPr/>
        </p:nvSpPr>
        <p:spPr>
          <a:xfrm>
            <a:off x="3543300" y="7515225"/>
            <a:ext cx="133350" cy="32385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478" name="314-478">
            <a:extLst>
              <a:ext uri="{FF2B5EF4-FFF2-40B4-BE49-F238E27FC236}">
                <a16:creationId xmlns:a16="http://schemas.microsoft.com/office/drawing/2014/main" id="{D2E67126-6FB0-414A-95B3-AB2C75061186}"/>
              </a:ext>
            </a:extLst>
          </p:cNvPr>
          <p:cNvSpPr txBox="1">
            <a:spLocks noGrp="1"/>
          </p:cNvSpPr>
          <p:nvPr/>
        </p:nvSpPr>
        <p:spPr>
          <a:xfrm rot="5400000">
            <a:off x="3448050" y="7610475"/>
            <a:ext cx="323850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314</a:t>
            </a:r>
          </a:p>
        </p:txBody>
      </p:sp>
      <p:sp>
        <p:nvSpPr>
          <p:cNvPr id="479" name="韵达300二排左-318-479">
            <a:extLst>
              <a:ext uri="{FF2B5EF4-FFF2-40B4-BE49-F238E27FC236}">
                <a16:creationId xmlns:a16="http://schemas.microsoft.com/office/drawing/2014/main" id="{AF17806F-4F67-488A-A54C-38774D7DEE4A}"/>
              </a:ext>
            </a:extLst>
          </p:cNvPr>
          <p:cNvSpPr>
            <a:spLocks noGrp="1"/>
          </p:cNvSpPr>
          <p:nvPr/>
        </p:nvSpPr>
        <p:spPr>
          <a:xfrm>
            <a:off x="4162425" y="6543675"/>
            <a:ext cx="133350" cy="32385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480" name="318-480">
            <a:extLst>
              <a:ext uri="{FF2B5EF4-FFF2-40B4-BE49-F238E27FC236}">
                <a16:creationId xmlns:a16="http://schemas.microsoft.com/office/drawing/2014/main" id="{89F4796E-75E3-44FE-9255-5B03803E5C86}"/>
              </a:ext>
            </a:extLst>
          </p:cNvPr>
          <p:cNvSpPr txBox="1">
            <a:spLocks noGrp="1"/>
          </p:cNvSpPr>
          <p:nvPr/>
        </p:nvSpPr>
        <p:spPr>
          <a:xfrm rot="5400000">
            <a:off x="4067175" y="6638925"/>
            <a:ext cx="323850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318</a:t>
            </a:r>
          </a:p>
        </p:txBody>
      </p:sp>
      <p:sp>
        <p:nvSpPr>
          <p:cNvPr id="481" name="韵达300二排左-320-481">
            <a:extLst>
              <a:ext uri="{FF2B5EF4-FFF2-40B4-BE49-F238E27FC236}">
                <a16:creationId xmlns:a16="http://schemas.microsoft.com/office/drawing/2014/main" id="{A599ABB9-FB4C-4424-A34C-A4B24D6A034B}"/>
              </a:ext>
            </a:extLst>
          </p:cNvPr>
          <p:cNvSpPr>
            <a:spLocks noGrp="1"/>
          </p:cNvSpPr>
          <p:nvPr/>
        </p:nvSpPr>
        <p:spPr>
          <a:xfrm>
            <a:off x="4162425" y="6867525"/>
            <a:ext cx="133350" cy="32385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482" name="320-482">
            <a:extLst>
              <a:ext uri="{FF2B5EF4-FFF2-40B4-BE49-F238E27FC236}">
                <a16:creationId xmlns:a16="http://schemas.microsoft.com/office/drawing/2014/main" id="{1692D072-B07E-420F-BA73-CA820B6A1540}"/>
              </a:ext>
            </a:extLst>
          </p:cNvPr>
          <p:cNvSpPr txBox="1">
            <a:spLocks noGrp="1"/>
          </p:cNvSpPr>
          <p:nvPr/>
        </p:nvSpPr>
        <p:spPr>
          <a:xfrm rot="5400000">
            <a:off x="4067175" y="6962775"/>
            <a:ext cx="323850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320</a:t>
            </a:r>
          </a:p>
        </p:txBody>
      </p:sp>
      <p:sp>
        <p:nvSpPr>
          <p:cNvPr id="483" name="韵达300二排左-321-483">
            <a:extLst>
              <a:ext uri="{FF2B5EF4-FFF2-40B4-BE49-F238E27FC236}">
                <a16:creationId xmlns:a16="http://schemas.microsoft.com/office/drawing/2014/main" id="{62A9AC5A-A629-488B-8306-428311AFCEC4}"/>
              </a:ext>
            </a:extLst>
          </p:cNvPr>
          <p:cNvSpPr>
            <a:spLocks noGrp="1"/>
          </p:cNvSpPr>
          <p:nvPr/>
        </p:nvSpPr>
        <p:spPr>
          <a:xfrm>
            <a:off x="4162425" y="7191375"/>
            <a:ext cx="133350" cy="32385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484" name="321-484">
            <a:extLst>
              <a:ext uri="{FF2B5EF4-FFF2-40B4-BE49-F238E27FC236}">
                <a16:creationId xmlns:a16="http://schemas.microsoft.com/office/drawing/2014/main" id="{44732AF9-3496-434F-99A6-741F1A312ABC}"/>
              </a:ext>
            </a:extLst>
          </p:cNvPr>
          <p:cNvSpPr txBox="1">
            <a:spLocks noGrp="1"/>
          </p:cNvSpPr>
          <p:nvPr/>
        </p:nvSpPr>
        <p:spPr>
          <a:xfrm rot="5400000">
            <a:off x="4067175" y="7286625"/>
            <a:ext cx="323850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321</a:t>
            </a:r>
          </a:p>
        </p:txBody>
      </p:sp>
      <p:sp>
        <p:nvSpPr>
          <p:cNvPr id="485" name="韵达300二排左-322-485">
            <a:extLst>
              <a:ext uri="{FF2B5EF4-FFF2-40B4-BE49-F238E27FC236}">
                <a16:creationId xmlns:a16="http://schemas.microsoft.com/office/drawing/2014/main" id="{F9C6268A-F95A-48B6-8D6E-06F5D0D6F86B}"/>
              </a:ext>
            </a:extLst>
          </p:cNvPr>
          <p:cNvSpPr>
            <a:spLocks noGrp="1"/>
          </p:cNvSpPr>
          <p:nvPr/>
        </p:nvSpPr>
        <p:spPr>
          <a:xfrm>
            <a:off x="4162425" y="7515225"/>
            <a:ext cx="133350" cy="32385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486" name="322-486">
            <a:extLst>
              <a:ext uri="{FF2B5EF4-FFF2-40B4-BE49-F238E27FC236}">
                <a16:creationId xmlns:a16="http://schemas.microsoft.com/office/drawing/2014/main" id="{2545F713-1182-4040-AC63-3A3692446C3F}"/>
              </a:ext>
            </a:extLst>
          </p:cNvPr>
          <p:cNvSpPr txBox="1">
            <a:spLocks noGrp="1"/>
          </p:cNvSpPr>
          <p:nvPr/>
        </p:nvSpPr>
        <p:spPr>
          <a:xfrm rot="5400000">
            <a:off x="4067175" y="7610475"/>
            <a:ext cx="323850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322</a:t>
            </a:r>
          </a:p>
        </p:txBody>
      </p:sp>
      <p:sp>
        <p:nvSpPr>
          <p:cNvPr id="487" name="韵达300二排右-326-487">
            <a:extLst>
              <a:ext uri="{FF2B5EF4-FFF2-40B4-BE49-F238E27FC236}">
                <a16:creationId xmlns:a16="http://schemas.microsoft.com/office/drawing/2014/main" id="{E031BD61-5043-40F4-AE1B-E36EF13483EB}"/>
              </a:ext>
            </a:extLst>
          </p:cNvPr>
          <p:cNvSpPr>
            <a:spLocks noGrp="1"/>
          </p:cNvSpPr>
          <p:nvPr/>
        </p:nvSpPr>
        <p:spPr>
          <a:xfrm>
            <a:off x="4295775" y="6543675"/>
            <a:ext cx="133350" cy="32385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488" name="326-488">
            <a:extLst>
              <a:ext uri="{FF2B5EF4-FFF2-40B4-BE49-F238E27FC236}">
                <a16:creationId xmlns:a16="http://schemas.microsoft.com/office/drawing/2014/main" id="{7D693396-A313-4E13-A7BC-335F31F8E0B5}"/>
              </a:ext>
            </a:extLst>
          </p:cNvPr>
          <p:cNvSpPr txBox="1">
            <a:spLocks noGrp="1"/>
          </p:cNvSpPr>
          <p:nvPr/>
        </p:nvSpPr>
        <p:spPr>
          <a:xfrm rot="5400000">
            <a:off x="4200525" y="6638925"/>
            <a:ext cx="323850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326</a:t>
            </a:r>
          </a:p>
        </p:txBody>
      </p:sp>
      <p:sp>
        <p:nvSpPr>
          <p:cNvPr id="489" name="韵达300二排右-325-489">
            <a:extLst>
              <a:ext uri="{FF2B5EF4-FFF2-40B4-BE49-F238E27FC236}">
                <a16:creationId xmlns:a16="http://schemas.microsoft.com/office/drawing/2014/main" id="{19154E0B-7AD6-425B-BC86-150EC17CA730}"/>
              </a:ext>
            </a:extLst>
          </p:cNvPr>
          <p:cNvSpPr>
            <a:spLocks noGrp="1"/>
          </p:cNvSpPr>
          <p:nvPr/>
        </p:nvSpPr>
        <p:spPr>
          <a:xfrm>
            <a:off x="4295775" y="6867525"/>
            <a:ext cx="133350" cy="32385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490" name="325-490">
            <a:extLst>
              <a:ext uri="{FF2B5EF4-FFF2-40B4-BE49-F238E27FC236}">
                <a16:creationId xmlns:a16="http://schemas.microsoft.com/office/drawing/2014/main" id="{62188F74-5987-44FA-8219-AA8211E48191}"/>
              </a:ext>
            </a:extLst>
          </p:cNvPr>
          <p:cNvSpPr txBox="1">
            <a:spLocks noGrp="1"/>
          </p:cNvSpPr>
          <p:nvPr/>
        </p:nvSpPr>
        <p:spPr>
          <a:xfrm rot="5400000">
            <a:off x="4200525" y="6962775"/>
            <a:ext cx="323850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325</a:t>
            </a:r>
          </a:p>
        </p:txBody>
      </p:sp>
      <p:sp>
        <p:nvSpPr>
          <p:cNvPr id="491" name="韵达300二排右-324-491">
            <a:extLst>
              <a:ext uri="{FF2B5EF4-FFF2-40B4-BE49-F238E27FC236}">
                <a16:creationId xmlns:a16="http://schemas.microsoft.com/office/drawing/2014/main" id="{9E42F54B-5147-4080-8414-F34F7959F5A4}"/>
              </a:ext>
            </a:extLst>
          </p:cNvPr>
          <p:cNvSpPr>
            <a:spLocks noGrp="1"/>
          </p:cNvSpPr>
          <p:nvPr/>
        </p:nvSpPr>
        <p:spPr>
          <a:xfrm>
            <a:off x="4295775" y="7191375"/>
            <a:ext cx="133350" cy="32385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492" name="324-492">
            <a:extLst>
              <a:ext uri="{FF2B5EF4-FFF2-40B4-BE49-F238E27FC236}">
                <a16:creationId xmlns:a16="http://schemas.microsoft.com/office/drawing/2014/main" id="{5732A0C9-F687-4178-A0F0-A9EECB55EC1D}"/>
              </a:ext>
            </a:extLst>
          </p:cNvPr>
          <p:cNvSpPr txBox="1">
            <a:spLocks noGrp="1"/>
          </p:cNvSpPr>
          <p:nvPr/>
        </p:nvSpPr>
        <p:spPr>
          <a:xfrm rot="5400000">
            <a:off x="4200525" y="7286625"/>
            <a:ext cx="323850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324</a:t>
            </a:r>
          </a:p>
        </p:txBody>
      </p:sp>
      <p:sp>
        <p:nvSpPr>
          <p:cNvPr id="493" name="韵达300二排右-323-493">
            <a:extLst>
              <a:ext uri="{FF2B5EF4-FFF2-40B4-BE49-F238E27FC236}">
                <a16:creationId xmlns:a16="http://schemas.microsoft.com/office/drawing/2014/main" id="{67D73C4D-3787-4EDA-A865-3EB48D5F18B4}"/>
              </a:ext>
            </a:extLst>
          </p:cNvPr>
          <p:cNvSpPr>
            <a:spLocks noGrp="1"/>
          </p:cNvSpPr>
          <p:nvPr/>
        </p:nvSpPr>
        <p:spPr>
          <a:xfrm>
            <a:off x="4295775" y="7515225"/>
            <a:ext cx="133350" cy="32385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494" name="323-494">
            <a:extLst>
              <a:ext uri="{FF2B5EF4-FFF2-40B4-BE49-F238E27FC236}">
                <a16:creationId xmlns:a16="http://schemas.microsoft.com/office/drawing/2014/main" id="{7C5F1208-281D-4D70-8989-95BE0B836AA2}"/>
              </a:ext>
            </a:extLst>
          </p:cNvPr>
          <p:cNvSpPr txBox="1">
            <a:spLocks noGrp="1"/>
          </p:cNvSpPr>
          <p:nvPr/>
        </p:nvSpPr>
        <p:spPr>
          <a:xfrm rot="5400000">
            <a:off x="4200525" y="7610475"/>
            <a:ext cx="323850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323</a:t>
            </a:r>
          </a:p>
        </p:txBody>
      </p:sp>
      <p:sp>
        <p:nvSpPr>
          <p:cNvPr id="495" name="韵达 300–400-495">
            <a:extLst>
              <a:ext uri="{FF2B5EF4-FFF2-40B4-BE49-F238E27FC236}">
                <a16:creationId xmlns:a16="http://schemas.microsoft.com/office/drawing/2014/main" id="{79B4FFCB-BDD0-4CAF-B6D3-DC4000F5645C}"/>
              </a:ext>
            </a:extLst>
          </p:cNvPr>
          <p:cNvSpPr txBox="1">
            <a:spLocks noGrp="1"/>
          </p:cNvSpPr>
          <p:nvPr/>
        </p:nvSpPr>
        <p:spPr>
          <a:xfrm rot="0">
            <a:off x="2762250" y="7924800"/>
            <a:ext cx="14192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650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韵达 300–400</a:t>
            </a:r>
          </a:p>
        </p:txBody>
      </p:sp>
      <p:sp>
        <p:nvSpPr>
          <p:cNvPr id="496" name="签收终端-496">
            <a:extLst>
              <a:ext uri="{FF2B5EF4-FFF2-40B4-BE49-F238E27FC236}">
                <a16:creationId xmlns:a16="http://schemas.microsoft.com/office/drawing/2014/main" id="{9F791917-C979-40AB-95C5-A85AF4BAEB99}"/>
              </a:ext>
            </a:extLst>
          </p:cNvPr>
          <p:cNvSpPr>
            <a:spLocks noGrp="1"/>
          </p:cNvSpPr>
          <p:nvPr/>
        </p:nvSpPr>
        <p:spPr>
          <a:xfrm>
            <a:off x="4171950" y="7839075"/>
            <a:ext cx="342900" cy="142875"/>
          </a:xfrm>
          <a:prstGeom prst="rect">
            <a:avLst/>
          </a:prstGeom>
          <a:solidFill>
            <a:srgbClr val="706B73"/>
          </a:solidFill>
          <a:ln w="6668">
            <a:solidFill>
              <a:srgbClr val="514D56"/>
            </a:solidFill>
          </a:ln>
        </p:spPr>
      </p:sp>
      <p:sp>
        <p:nvSpPr>
          <p:cNvPr id="497" name="终端屏幕-497">
            <a:extLst>
              <a:ext uri="{FF2B5EF4-FFF2-40B4-BE49-F238E27FC236}">
                <a16:creationId xmlns:a16="http://schemas.microsoft.com/office/drawing/2014/main" id="{AA5D98C4-52BF-42EF-93E7-4B339E8AE03C}"/>
              </a:ext>
            </a:extLst>
          </p:cNvPr>
          <p:cNvSpPr>
            <a:spLocks noGrp="1"/>
          </p:cNvSpPr>
          <p:nvPr/>
        </p:nvSpPr>
        <p:spPr>
          <a:xfrm>
            <a:off x="4248150" y="7886700"/>
            <a:ext cx="190500" cy="47625"/>
          </a:xfrm>
          <a:prstGeom prst="rect">
            <a:avLst/>
          </a:prstGeom>
          <a:solidFill>
            <a:srgbClr val="F4F3F6"/>
          </a:solidFill>
          <a:ln w="0">
            <a:noFill/>
          </a:ln>
        </p:spPr>
      </p:sp>
      <p:sp>
        <p:nvSpPr>
          <p:cNvPr id="498" name="签收处-498">
            <a:extLst>
              <a:ext uri="{FF2B5EF4-FFF2-40B4-BE49-F238E27FC236}">
                <a16:creationId xmlns:a16="http://schemas.microsoft.com/office/drawing/2014/main" id="{8BB24B7E-E882-4C5C-85A0-661F4D420726}"/>
              </a:ext>
            </a:extLst>
          </p:cNvPr>
          <p:cNvSpPr txBox="1">
            <a:spLocks noGrp="1"/>
          </p:cNvSpPr>
          <p:nvPr/>
        </p:nvSpPr>
        <p:spPr>
          <a:xfrm rot="0">
            <a:off x="4191000" y="7934325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0" i="0">
                <a:solidFill>
                  <a:srgbClr val="B75C56"/>
                </a:solidFill>
                <a:latin typeface="Songti SC"/>
                <a:ea typeface="Songti SC"/>
                <a:cs typeface="Songti SC"/>
              </a:defRPr>
            </a:pPr>
            <a:r>
              <a:rPr sz="1275" b="0" i="0">
                <a:solidFill>
                  <a:srgbClr val="B75C56"/>
                </a:solidFill>
                <a:latin typeface="Songti SC"/>
                <a:ea typeface="Songti SC"/>
                <a:cs typeface="Songti SC"/>
              </a:rPr>
              <a:t>签收处</a:t>
            </a:r>
          </a:p>
        </p:txBody>
      </p:sp>
      <p:sp>
        <p:nvSpPr>
          <p:cNvPr id="499" name="韵达400大件-499">
            <a:extLst>
              <a:ext uri="{FF2B5EF4-FFF2-40B4-BE49-F238E27FC236}">
                <a16:creationId xmlns:a16="http://schemas.microsoft.com/office/drawing/2014/main" id="{09C873C3-2AC6-471A-9B64-D600321AE74F}"/>
              </a:ext>
            </a:extLst>
          </p:cNvPr>
          <p:cNvSpPr>
            <a:spLocks noGrp="1"/>
          </p:cNvSpPr>
          <p:nvPr/>
        </p:nvSpPr>
        <p:spPr>
          <a:xfrm>
            <a:off x="3000375" y="8220075"/>
            <a:ext cx="209550" cy="381000"/>
          </a:xfrm>
          <a:prstGeom prst="rect">
            <a:avLst/>
          </a:prstGeom>
          <a:solidFill>
            <a:srgbClr val="FFB787"/>
          </a:solidFill>
          <a:ln w="7620">
            <a:solidFill>
              <a:srgbClr val="8D765F"/>
            </a:solidFill>
          </a:ln>
        </p:spPr>
      </p:sp>
      <p:sp>
        <p:nvSpPr>
          <p:cNvPr id="500" name="400-1-500">
            <a:extLst>
              <a:ext uri="{FF2B5EF4-FFF2-40B4-BE49-F238E27FC236}">
                <a16:creationId xmlns:a16="http://schemas.microsoft.com/office/drawing/2014/main" id="{CE0BDC1E-1405-4543-89BE-3B73960E6206}"/>
              </a:ext>
            </a:extLst>
          </p:cNvPr>
          <p:cNvSpPr txBox="1">
            <a:spLocks noGrp="1"/>
          </p:cNvSpPr>
          <p:nvPr/>
        </p:nvSpPr>
        <p:spPr>
          <a:xfrm rot="5400000">
            <a:off x="2914650" y="830580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400-1</a:t>
            </a:r>
          </a:p>
        </p:txBody>
      </p:sp>
      <p:sp>
        <p:nvSpPr>
          <p:cNvPr id="501" name="韵达400大件-501">
            <a:extLst>
              <a:ext uri="{FF2B5EF4-FFF2-40B4-BE49-F238E27FC236}">
                <a16:creationId xmlns:a16="http://schemas.microsoft.com/office/drawing/2014/main" id="{7BD8217D-7458-46B4-A08B-3A087596FA0E}"/>
              </a:ext>
            </a:extLst>
          </p:cNvPr>
          <p:cNvSpPr>
            <a:spLocks noGrp="1"/>
          </p:cNvSpPr>
          <p:nvPr/>
        </p:nvSpPr>
        <p:spPr>
          <a:xfrm>
            <a:off x="3600450" y="8220075"/>
            <a:ext cx="209550" cy="381000"/>
          </a:xfrm>
          <a:prstGeom prst="rect">
            <a:avLst/>
          </a:prstGeom>
          <a:solidFill>
            <a:srgbClr val="FFB787"/>
          </a:solidFill>
          <a:ln w="7620">
            <a:solidFill>
              <a:srgbClr val="8D765F"/>
            </a:solidFill>
          </a:ln>
        </p:spPr>
      </p:sp>
      <p:sp>
        <p:nvSpPr>
          <p:cNvPr id="502" name="400-2-502">
            <a:extLst>
              <a:ext uri="{FF2B5EF4-FFF2-40B4-BE49-F238E27FC236}">
                <a16:creationId xmlns:a16="http://schemas.microsoft.com/office/drawing/2014/main" id="{4DA8B157-1DEC-4ED3-872F-E69FD9C3B73D}"/>
              </a:ext>
            </a:extLst>
          </p:cNvPr>
          <p:cNvSpPr txBox="1">
            <a:spLocks noGrp="1"/>
          </p:cNvSpPr>
          <p:nvPr/>
        </p:nvSpPr>
        <p:spPr>
          <a:xfrm rot="5400000">
            <a:off x="3514725" y="830580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400-2</a:t>
            </a:r>
          </a:p>
        </p:txBody>
      </p:sp>
      <p:sp>
        <p:nvSpPr>
          <p:cNvPr id="503" name="韵达400大件-503">
            <a:extLst>
              <a:ext uri="{FF2B5EF4-FFF2-40B4-BE49-F238E27FC236}">
                <a16:creationId xmlns:a16="http://schemas.microsoft.com/office/drawing/2014/main" id="{979C1EEC-F4FB-4377-9416-ED84FB83D760}"/>
              </a:ext>
            </a:extLst>
          </p:cNvPr>
          <p:cNvSpPr>
            <a:spLocks noGrp="1"/>
          </p:cNvSpPr>
          <p:nvPr/>
        </p:nvSpPr>
        <p:spPr>
          <a:xfrm>
            <a:off x="3000375" y="8629650"/>
            <a:ext cx="209550" cy="381000"/>
          </a:xfrm>
          <a:prstGeom prst="rect">
            <a:avLst/>
          </a:prstGeom>
          <a:solidFill>
            <a:srgbClr val="FFB787"/>
          </a:solidFill>
          <a:ln w="7620">
            <a:solidFill>
              <a:srgbClr val="8D765F"/>
            </a:solidFill>
          </a:ln>
        </p:spPr>
      </p:sp>
      <p:sp>
        <p:nvSpPr>
          <p:cNvPr id="504" name="400-3-504">
            <a:extLst>
              <a:ext uri="{FF2B5EF4-FFF2-40B4-BE49-F238E27FC236}">
                <a16:creationId xmlns:a16="http://schemas.microsoft.com/office/drawing/2014/main" id="{E6E9D1A7-044F-4592-AD5F-3D08275F2639}"/>
              </a:ext>
            </a:extLst>
          </p:cNvPr>
          <p:cNvSpPr txBox="1">
            <a:spLocks noGrp="1"/>
          </p:cNvSpPr>
          <p:nvPr/>
        </p:nvSpPr>
        <p:spPr>
          <a:xfrm rot="5400000">
            <a:off x="2914650" y="8715375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400-3</a:t>
            </a:r>
          </a:p>
        </p:txBody>
      </p:sp>
      <p:sp>
        <p:nvSpPr>
          <p:cNvPr id="505" name="韵达400大件-505">
            <a:extLst>
              <a:ext uri="{FF2B5EF4-FFF2-40B4-BE49-F238E27FC236}">
                <a16:creationId xmlns:a16="http://schemas.microsoft.com/office/drawing/2014/main" id="{52C2B152-BEE6-406F-BDF2-EF139826B461}"/>
              </a:ext>
            </a:extLst>
          </p:cNvPr>
          <p:cNvSpPr>
            <a:spLocks noGrp="1"/>
          </p:cNvSpPr>
          <p:nvPr/>
        </p:nvSpPr>
        <p:spPr>
          <a:xfrm>
            <a:off x="3600450" y="8629650"/>
            <a:ext cx="209550" cy="381000"/>
          </a:xfrm>
          <a:prstGeom prst="rect">
            <a:avLst/>
          </a:prstGeom>
          <a:solidFill>
            <a:srgbClr val="FFB787"/>
          </a:solidFill>
          <a:ln w="7620">
            <a:solidFill>
              <a:srgbClr val="8D765F"/>
            </a:solidFill>
          </a:ln>
        </p:spPr>
      </p:sp>
      <p:sp>
        <p:nvSpPr>
          <p:cNvPr id="506" name="400-4-506">
            <a:extLst>
              <a:ext uri="{FF2B5EF4-FFF2-40B4-BE49-F238E27FC236}">
                <a16:creationId xmlns:a16="http://schemas.microsoft.com/office/drawing/2014/main" id="{B7C8B054-CC00-40C5-A425-3FCF59187892}"/>
              </a:ext>
            </a:extLst>
          </p:cNvPr>
          <p:cNvSpPr txBox="1">
            <a:spLocks noGrp="1"/>
          </p:cNvSpPr>
          <p:nvPr/>
        </p:nvSpPr>
        <p:spPr>
          <a:xfrm rot="5400000">
            <a:off x="3514725" y="8715375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400-4</a:t>
            </a:r>
          </a:p>
        </p:txBody>
      </p:sp>
      <p:sp>
        <p:nvSpPr>
          <p:cNvPr id="507" name="韵达400大件-507">
            <a:extLst>
              <a:ext uri="{FF2B5EF4-FFF2-40B4-BE49-F238E27FC236}">
                <a16:creationId xmlns:a16="http://schemas.microsoft.com/office/drawing/2014/main" id="{BC739299-9775-47CD-9488-6D44AB9BC122}"/>
              </a:ext>
            </a:extLst>
          </p:cNvPr>
          <p:cNvSpPr>
            <a:spLocks noGrp="1"/>
          </p:cNvSpPr>
          <p:nvPr/>
        </p:nvSpPr>
        <p:spPr>
          <a:xfrm>
            <a:off x="3000375" y="9039225"/>
            <a:ext cx="209550" cy="381000"/>
          </a:xfrm>
          <a:prstGeom prst="rect">
            <a:avLst/>
          </a:prstGeom>
          <a:solidFill>
            <a:srgbClr val="FFB787"/>
          </a:solidFill>
          <a:ln w="7620">
            <a:solidFill>
              <a:srgbClr val="8D765F"/>
            </a:solidFill>
          </a:ln>
        </p:spPr>
      </p:sp>
      <p:sp>
        <p:nvSpPr>
          <p:cNvPr id="508" name="400-5-508">
            <a:extLst>
              <a:ext uri="{FF2B5EF4-FFF2-40B4-BE49-F238E27FC236}">
                <a16:creationId xmlns:a16="http://schemas.microsoft.com/office/drawing/2014/main" id="{1D8A4287-0D9D-42C2-8E81-3FB7A08054DD}"/>
              </a:ext>
            </a:extLst>
          </p:cNvPr>
          <p:cNvSpPr txBox="1">
            <a:spLocks noGrp="1"/>
          </p:cNvSpPr>
          <p:nvPr/>
        </p:nvSpPr>
        <p:spPr>
          <a:xfrm rot="5400000">
            <a:off x="2914650" y="912495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400-5</a:t>
            </a:r>
          </a:p>
        </p:txBody>
      </p:sp>
      <p:sp>
        <p:nvSpPr>
          <p:cNvPr id="509" name="韵达400大件-509">
            <a:extLst>
              <a:ext uri="{FF2B5EF4-FFF2-40B4-BE49-F238E27FC236}">
                <a16:creationId xmlns:a16="http://schemas.microsoft.com/office/drawing/2014/main" id="{6FE3DB0F-F821-4193-BC5F-DC38856BE43E}"/>
              </a:ext>
            </a:extLst>
          </p:cNvPr>
          <p:cNvSpPr>
            <a:spLocks noGrp="1"/>
          </p:cNvSpPr>
          <p:nvPr/>
        </p:nvSpPr>
        <p:spPr>
          <a:xfrm>
            <a:off x="3600450" y="9039225"/>
            <a:ext cx="209550" cy="381000"/>
          </a:xfrm>
          <a:prstGeom prst="rect">
            <a:avLst/>
          </a:prstGeom>
          <a:solidFill>
            <a:srgbClr val="FFB787"/>
          </a:solidFill>
          <a:ln w="7620">
            <a:solidFill>
              <a:srgbClr val="8D765F"/>
            </a:solidFill>
          </a:ln>
        </p:spPr>
      </p:sp>
      <p:sp>
        <p:nvSpPr>
          <p:cNvPr id="510" name="400-6-510">
            <a:extLst>
              <a:ext uri="{FF2B5EF4-FFF2-40B4-BE49-F238E27FC236}">
                <a16:creationId xmlns:a16="http://schemas.microsoft.com/office/drawing/2014/main" id="{A02A4600-0996-4E23-BE40-F88B234A1521}"/>
              </a:ext>
            </a:extLst>
          </p:cNvPr>
          <p:cNvSpPr txBox="1">
            <a:spLocks noGrp="1"/>
          </p:cNvSpPr>
          <p:nvPr/>
        </p:nvSpPr>
        <p:spPr>
          <a:xfrm rot="5400000">
            <a:off x="3514725" y="912495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400-6</a:t>
            </a:r>
          </a:p>
        </p:txBody>
      </p:sp>
      <p:sp>
        <p:nvSpPr>
          <p:cNvPr id="516" name="韵达500西边界-516">
            <a:extLst>
              <a:ext uri="{FF2B5EF4-FFF2-40B4-BE49-F238E27FC236}">
                <a16:creationId xmlns:a16="http://schemas.microsoft.com/office/drawing/2014/main" id="{C57712F4-20EC-4623-B363-9AE499E09839}"/>
              </a:ext>
            </a:extLst>
          </p:cNvPr>
          <p:cNvSpPr>
            <a:spLocks noGrp="1"/>
          </p:cNvSpPr>
          <p:nvPr/>
        </p:nvSpPr>
        <p:spPr>
          <a:xfrm>
            <a:off x="5753100" y="6134100"/>
            <a:ext cx="0" cy="2314575"/>
          </a:xfrm>
          <a:prstGeom prst="line">
            <a:avLst/>
          </a:prstGeom>
          <a:noFill/>
          <a:ln w="11430">
            <a:solidFill>
              <a:srgbClr val="46424A"/>
            </a:solidFill>
          </a:ln>
        </p:spPr>
      </p:sp>
      <p:sp>
        <p:nvSpPr>
          <p:cNvPr id="517" name="韵达500西架-507-517">
            <a:extLst>
              <a:ext uri="{FF2B5EF4-FFF2-40B4-BE49-F238E27FC236}">
                <a16:creationId xmlns:a16="http://schemas.microsoft.com/office/drawing/2014/main" id="{E3A6ED50-D7BB-403E-998D-B9D2CE45AF24}"/>
              </a:ext>
            </a:extLst>
          </p:cNvPr>
          <p:cNvSpPr>
            <a:spLocks noGrp="1"/>
          </p:cNvSpPr>
          <p:nvPr/>
        </p:nvSpPr>
        <p:spPr>
          <a:xfrm>
            <a:off x="5800725" y="6219825"/>
            <a:ext cx="142875" cy="277416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18" name="507-518">
            <a:extLst>
              <a:ext uri="{FF2B5EF4-FFF2-40B4-BE49-F238E27FC236}">
                <a16:creationId xmlns:a16="http://schemas.microsoft.com/office/drawing/2014/main" id="{209B0AAE-8891-468C-B68D-50A8BDEF0C54}"/>
              </a:ext>
            </a:extLst>
          </p:cNvPr>
          <p:cNvSpPr txBox="1">
            <a:spLocks noGrp="1"/>
          </p:cNvSpPr>
          <p:nvPr/>
        </p:nvSpPr>
        <p:spPr>
          <a:xfrm rot="5400000">
            <a:off x="5733455" y="6287095"/>
            <a:ext cx="277416" cy="142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507</a:t>
            </a:r>
          </a:p>
        </p:txBody>
      </p:sp>
      <p:sp>
        <p:nvSpPr>
          <p:cNvPr id="519" name="韵达500西架-506-519">
            <a:extLst>
              <a:ext uri="{FF2B5EF4-FFF2-40B4-BE49-F238E27FC236}">
                <a16:creationId xmlns:a16="http://schemas.microsoft.com/office/drawing/2014/main" id="{84AFCF53-9177-4A6E-9875-81C970281A6E}"/>
              </a:ext>
            </a:extLst>
          </p:cNvPr>
          <p:cNvSpPr>
            <a:spLocks noGrp="1"/>
          </p:cNvSpPr>
          <p:nvPr/>
        </p:nvSpPr>
        <p:spPr>
          <a:xfrm>
            <a:off x="5800725" y="6497241"/>
            <a:ext cx="142875" cy="277416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20" name="506-520">
            <a:extLst>
              <a:ext uri="{FF2B5EF4-FFF2-40B4-BE49-F238E27FC236}">
                <a16:creationId xmlns:a16="http://schemas.microsoft.com/office/drawing/2014/main" id="{9F5414BD-9E6C-4DFB-B104-A1811FCB6A00}"/>
              </a:ext>
            </a:extLst>
          </p:cNvPr>
          <p:cNvSpPr txBox="1">
            <a:spLocks noGrp="1"/>
          </p:cNvSpPr>
          <p:nvPr/>
        </p:nvSpPr>
        <p:spPr>
          <a:xfrm rot="5400000">
            <a:off x="5733455" y="6564511"/>
            <a:ext cx="277416" cy="142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506</a:t>
            </a:r>
          </a:p>
        </p:txBody>
      </p:sp>
      <p:sp>
        <p:nvSpPr>
          <p:cNvPr id="521" name="韵达500西架-505-521">
            <a:extLst>
              <a:ext uri="{FF2B5EF4-FFF2-40B4-BE49-F238E27FC236}">
                <a16:creationId xmlns:a16="http://schemas.microsoft.com/office/drawing/2014/main" id="{0FF065E1-9690-413F-B211-7B959A0F89AC}"/>
              </a:ext>
            </a:extLst>
          </p:cNvPr>
          <p:cNvSpPr>
            <a:spLocks noGrp="1"/>
          </p:cNvSpPr>
          <p:nvPr/>
        </p:nvSpPr>
        <p:spPr>
          <a:xfrm>
            <a:off x="5800725" y="6774656"/>
            <a:ext cx="142875" cy="277416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22" name="505-522">
            <a:extLst>
              <a:ext uri="{FF2B5EF4-FFF2-40B4-BE49-F238E27FC236}">
                <a16:creationId xmlns:a16="http://schemas.microsoft.com/office/drawing/2014/main" id="{C8CEA11F-5E37-49F5-BD6E-CC29E86F965E}"/>
              </a:ext>
            </a:extLst>
          </p:cNvPr>
          <p:cNvSpPr txBox="1">
            <a:spLocks noGrp="1"/>
          </p:cNvSpPr>
          <p:nvPr/>
        </p:nvSpPr>
        <p:spPr>
          <a:xfrm rot="5400000">
            <a:off x="5733455" y="6841927"/>
            <a:ext cx="277416" cy="142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505</a:t>
            </a:r>
          </a:p>
        </p:txBody>
      </p:sp>
      <p:sp>
        <p:nvSpPr>
          <p:cNvPr id="523" name="韵达500西架-504-523">
            <a:extLst>
              <a:ext uri="{FF2B5EF4-FFF2-40B4-BE49-F238E27FC236}">
                <a16:creationId xmlns:a16="http://schemas.microsoft.com/office/drawing/2014/main" id="{54896585-CEE0-4F83-9DAC-70EFA7AE8357}"/>
              </a:ext>
            </a:extLst>
          </p:cNvPr>
          <p:cNvSpPr>
            <a:spLocks noGrp="1"/>
          </p:cNvSpPr>
          <p:nvPr/>
        </p:nvSpPr>
        <p:spPr>
          <a:xfrm>
            <a:off x="5800725" y="7052072"/>
            <a:ext cx="142875" cy="277416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24" name="504-524">
            <a:extLst>
              <a:ext uri="{FF2B5EF4-FFF2-40B4-BE49-F238E27FC236}">
                <a16:creationId xmlns:a16="http://schemas.microsoft.com/office/drawing/2014/main" id="{63F88BB9-4B54-493C-936B-3F192753E8DA}"/>
              </a:ext>
            </a:extLst>
          </p:cNvPr>
          <p:cNvSpPr txBox="1">
            <a:spLocks noGrp="1"/>
          </p:cNvSpPr>
          <p:nvPr/>
        </p:nvSpPr>
        <p:spPr>
          <a:xfrm rot="5400000">
            <a:off x="5733455" y="7119342"/>
            <a:ext cx="277416" cy="142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504</a:t>
            </a:r>
          </a:p>
        </p:txBody>
      </p:sp>
      <p:sp>
        <p:nvSpPr>
          <p:cNvPr id="525" name="韵达500西架-503-525">
            <a:extLst>
              <a:ext uri="{FF2B5EF4-FFF2-40B4-BE49-F238E27FC236}">
                <a16:creationId xmlns:a16="http://schemas.microsoft.com/office/drawing/2014/main" id="{E3BD7BCD-6BA5-4EB1-A9D4-D8C18FBA6FA3}"/>
              </a:ext>
            </a:extLst>
          </p:cNvPr>
          <p:cNvSpPr>
            <a:spLocks noGrp="1"/>
          </p:cNvSpPr>
          <p:nvPr/>
        </p:nvSpPr>
        <p:spPr>
          <a:xfrm>
            <a:off x="5800725" y="7329488"/>
            <a:ext cx="142875" cy="277416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26" name="503-526">
            <a:extLst>
              <a:ext uri="{FF2B5EF4-FFF2-40B4-BE49-F238E27FC236}">
                <a16:creationId xmlns:a16="http://schemas.microsoft.com/office/drawing/2014/main" id="{EE9CE1E1-A166-45E8-9A3D-D1C1AC73AD6E}"/>
              </a:ext>
            </a:extLst>
          </p:cNvPr>
          <p:cNvSpPr txBox="1">
            <a:spLocks noGrp="1"/>
          </p:cNvSpPr>
          <p:nvPr/>
        </p:nvSpPr>
        <p:spPr>
          <a:xfrm rot="5400000">
            <a:off x="5733455" y="7396758"/>
            <a:ext cx="277416" cy="142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503</a:t>
            </a:r>
          </a:p>
        </p:txBody>
      </p:sp>
      <p:sp>
        <p:nvSpPr>
          <p:cNvPr id="527" name="韵达500西架-502-527">
            <a:extLst>
              <a:ext uri="{FF2B5EF4-FFF2-40B4-BE49-F238E27FC236}">
                <a16:creationId xmlns:a16="http://schemas.microsoft.com/office/drawing/2014/main" id="{7500AF12-B44F-43C8-AD98-4E17AD64A462}"/>
              </a:ext>
            </a:extLst>
          </p:cNvPr>
          <p:cNvSpPr>
            <a:spLocks noGrp="1"/>
          </p:cNvSpPr>
          <p:nvPr/>
        </p:nvSpPr>
        <p:spPr>
          <a:xfrm>
            <a:off x="5800725" y="7606903"/>
            <a:ext cx="142875" cy="277416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28" name="502-528">
            <a:extLst>
              <a:ext uri="{FF2B5EF4-FFF2-40B4-BE49-F238E27FC236}">
                <a16:creationId xmlns:a16="http://schemas.microsoft.com/office/drawing/2014/main" id="{25518676-E832-42EC-B1A2-19117E531EDF}"/>
              </a:ext>
            </a:extLst>
          </p:cNvPr>
          <p:cNvSpPr txBox="1">
            <a:spLocks noGrp="1"/>
          </p:cNvSpPr>
          <p:nvPr/>
        </p:nvSpPr>
        <p:spPr>
          <a:xfrm rot="5400000">
            <a:off x="5733455" y="7674173"/>
            <a:ext cx="277416" cy="142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502</a:t>
            </a:r>
          </a:p>
        </p:txBody>
      </p:sp>
      <p:sp>
        <p:nvSpPr>
          <p:cNvPr id="529" name="韵达500西架-501-529">
            <a:extLst>
              <a:ext uri="{FF2B5EF4-FFF2-40B4-BE49-F238E27FC236}">
                <a16:creationId xmlns:a16="http://schemas.microsoft.com/office/drawing/2014/main" id="{B82E6BE9-FF96-41B9-8D15-B34B3A2E2933}"/>
              </a:ext>
            </a:extLst>
          </p:cNvPr>
          <p:cNvSpPr>
            <a:spLocks noGrp="1"/>
          </p:cNvSpPr>
          <p:nvPr/>
        </p:nvSpPr>
        <p:spPr>
          <a:xfrm>
            <a:off x="5800725" y="7884319"/>
            <a:ext cx="142875" cy="277416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30" name="501-530">
            <a:extLst>
              <a:ext uri="{FF2B5EF4-FFF2-40B4-BE49-F238E27FC236}">
                <a16:creationId xmlns:a16="http://schemas.microsoft.com/office/drawing/2014/main" id="{23B0D95C-AADE-46EB-8337-352E30A3ED06}"/>
              </a:ext>
            </a:extLst>
          </p:cNvPr>
          <p:cNvSpPr txBox="1">
            <a:spLocks noGrp="1"/>
          </p:cNvSpPr>
          <p:nvPr/>
        </p:nvSpPr>
        <p:spPr>
          <a:xfrm rot="5400000">
            <a:off x="5733455" y="7951589"/>
            <a:ext cx="277416" cy="142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501</a:t>
            </a:r>
          </a:p>
        </p:txBody>
      </p:sp>
      <p:sp>
        <p:nvSpPr>
          <p:cNvPr id="531" name="韵达500西架-500-531">
            <a:extLst>
              <a:ext uri="{FF2B5EF4-FFF2-40B4-BE49-F238E27FC236}">
                <a16:creationId xmlns:a16="http://schemas.microsoft.com/office/drawing/2014/main" id="{019F6E51-A6B8-42D9-B1F6-DD8393C01D2E}"/>
              </a:ext>
            </a:extLst>
          </p:cNvPr>
          <p:cNvSpPr>
            <a:spLocks noGrp="1"/>
          </p:cNvSpPr>
          <p:nvPr/>
        </p:nvSpPr>
        <p:spPr>
          <a:xfrm>
            <a:off x="5800725" y="8161734"/>
            <a:ext cx="142875" cy="277416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32" name="500-532">
            <a:extLst>
              <a:ext uri="{FF2B5EF4-FFF2-40B4-BE49-F238E27FC236}">
                <a16:creationId xmlns:a16="http://schemas.microsoft.com/office/drawing/2014/main" id="{5535493F-D324-4873-A7DB-F60F2E9693C1}"/>
              </a:ext>
            </a:extLst>
          </p:cNvPr>
          <p:cNvSpPr txBox="1">
            <a:spLocks noGrp="1"/>
          </p:cNvSpPr>
          <p:nvPr/>
        </p:nvSpPr>
        <p:spPr>
          <a:xfrm rot="5400000">
            <a:off x="5733455" y="8229005"/>
            <a:ext cx="277416" cy="142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500</a:t>
            </a:r>
          </a:p>
        </p:txBody>
      </p:sp>
      <p:sp>
        <p:nvSpPr>
          <p:cNvPr id="533" name="韵达500北架-508-533">
            <a:extLst>
              <a:ext uri="{FF2B5EF4-FFF2-40B4-BE49-F238E27FC236}">
                <a16:creationId xmlns:a16="http://schemas.microsoft.com/office/drawing/2014/main" id="{C12939C4-2D53-4F81-A2CB-19BA33908CCA}"/>
              </a:ext>
            </a:extLst>
          </p:cNvPr>
          <p:cNvSpPr>
            <a:spLocks noGrp="1"/>
          </p:cNvSpPr>
          <p:nvPr/>
        </p:nvSpPr>
        <p:spPr>
          <a:xfrm>
            <a:off x="5943600" y="6143625"/>
            <a:ext cx="403860" cy="9525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34" name="508-534">
            <a:extLst>
              <a:ext uri="{FF2B5EF4-FFF2-40B4-BE49-F238E27FC236}">
                <a16:creationId xmlns:a16="http://schemas.microsoft.com/office/drawing/2014/main" id="{6592AFD1-F0AE-4A9C-A012-4BCE9558A220}"/>
              </a:ext>
            </a:extLst>
          </p:cNvPr>
          <p:cNvSpPr txBox="1">
            <a:spLocks noGrp="1"/>
          </p:cNvSpPr>
          <p:nvPr/>
        </p:nvSpPr>
        <p:spPr>
          <a:xfrm>
            <a:off x="5945505" y="6142196"/>
            <a:ext cx="400050" cy="9810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508</a:t>
            </a:r>
          </a:p>
        </p:txBody>
      </p:sp>
      <p:sp>
        <p:nvSpPr>
          <p:cNvPr id="535" name="韵达500北架-509-535">
            <a:extLst>
              <a:ext uri="{FF2B5EF4-FFF2-40B4-BE49-F238E27FC236}">
                <a16:creationId xmlns:a16="http://schemas.microsoft.com/office/drawing/2014/main" id="{2218D939-BA54-413C-AE38-A6C75B8EC62B}"/>
              </a:ext>
            </a:extLst>
          </p:cNvPr>
          <p:cNvSpPr>
            <a:spLocks noGrp="1"/>
          </p:cNvSpPr>
          <p:nvPr/>
        </p:nvSpPr>
        <p:spPr>
          <a:xfrm>
            <a:off x="6347460" y="6143625"/>
            <a:ext cx="403860" cy="9525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36" name="509-536">
            <a:extLst>
              <a:ext uri="{FF2B5EF4-FFF2-40B4-BE49-F238E27FC236}">
                <a16:creationId xmlns:a16="http://schemas.microsoft.com/office/drawing/2014/main" id="{3098EC57-8D50-4D7C-82B8-942A02C92338}"/>
              </a:ext>
            </a:extLst>
          </p:cNvPr>
          <p:cNvSpPr txBox="1">
            <a:spLocks noGrp="1"/>
          </p:cNvSpPr>
          <p:nvPr/>
        </p:nvSpPr>
        <p:spPr>
          <a:xfrm>
            <a:off x="6349365" y="6142196"/>
            <a:ext cx="400050" cy="9810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509</a:t>
            </a:r>
          </a:p>
        </p:txBody>
      </p:sp>
      <p:sp>
        <p:nvSpPr>
          <p:cNvPr id="537" name="韵达500北架--537">
            <a:extLst>
              <a:ext uri="{FF2B5EF4-FFF2-40B4-BE49-F238E27FC236}">
                <a16:creationId xmlns:a16="http://schemas.microsoft.com/office/drawing/2014/main" id="{4534BAEA-7937-4E9C-A37A-BADE6EB67E77}"/>
              </a:ext>
            </a:extLst>
          </p:cNvPr>
          <p:cNvSpPr>
            <a:spLocks noGrp="1"/>
          </p:cNvSpPr>
          <p:nvPr/>
        </p:nvSpPr>
        <p:spPr>
          <a:xfrm>
            <a:off x="6751320" y="6143625"/>
            <a:ext cx="403860" cy="9525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38" name="韵达500北架-510-538">
            <a:extLst>
              <a:ext uri="{FF2B5EF4-FFF2-40B4-BE49-F238E27FC236}">
                <a16:creationId xmlns:a16="http://schemas.microsoft.com/office/drawing/2014/main" id="{B1020D46-3BB1-41D5-AEBF-69246B778572}"/>
              </a:ext>
            </a:extLst>
          </p:cNvPr>
          <p:cNvSpPr>
            <a:spLocks noGrp="1"/>
          </p:cNvSpPr>
          <p:nvPr/>
        </p:nvSpPr>
        <p:spPr>
          <a:xfrm>
            <a:off x="7155180" y="6143625"/>
            <a:ext cx="403860" cy="9525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39" name="510-539">
            <a:extLst>
              <a:ext uri="{FF2B5EF4-FFF2-40B4-BE49-F238E27FC236}">
                <a16:creationId xmlns:a16="http://schemas.microsoft.com/office/drawing/2014/main" id="{86100460-37D5-4F2A-A21D-655469F8C344}"/>
              </a:ext>
            </a:extLst>
          </p:cNvPr>
          <p:cNvSpPr txBox="1">
            <a:spLocks noGrp="1"/>
          </p:cNvSpPr>
          <p:nvPr/>
        </p:nvSpPr>
        <p:spPr>
          <a:xfrm>
            <a:off x="7157085" y="6142196"/>
            <a:ext cx="400050" cy="9810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510</a:t>
            </a:r>
          </a:p>
        </p:txBody>
      </p:sp>
      <p:sp>
        <p:nvSpPr>
          <p:cNvPr id="540" name="韵达500北架-511-540">
            <a:extLst>
              <a:ext uri="{FF2B5EF4-FFF2-40B4-BE49-F238E27FC236}">
                <a16:creationId xmlns:a16="http://schemas.microsoft.com/office/drawing/2014/main" id="{6ED8D71C-7FA3-484A-BA1F-8A34F942FF3B}"/>
              </a:ext>
            </a:extLst>
          </p:cNvPr>
          <p:cNvSpPr>
            <a:spLocks noGrp="1"/>
          </p:cNvSpPr>
          <p:nvPr/>
        </p:nvSpPr>
        <p:spPr>
          <a:xfrm>
            <a:off x="7559040" y="6143625"/>
            <a:ext cx="403860" cy="9525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41" name="511-541">
            <a:extLst>
              <a:ext uri="{FF2B5EF4-FFF2-40B4-BE49-F238E27FC236}">
                <a16:creationId xmlns:a16="http://schemas.microsoft.com/office/drawing/2014/main" id="{FF09C566-688D-48F8-A2CA-64C9C4DFF42C}"/>
              </a:ext>
            </a:extLst>
          </p:cNvPr>
          <p:cNvSpPr txBox="1">
            <a:spLocks noGrp="1"/>
          </p:cNvSpPr>
          <p:nvPr/>
        </p:nvSpPr>
        <p:spPr>
          <a:xfrm>
            <a:off x="7560945" y="6142196"/>
            <a:ext cx="400050" cy="9810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511</a:t>
            </a:r>
          </a:p>
        </p:txBody>
      </p:sp>
      <p:sp>
        <p:nvSpPr>
          <p:cNvPr id="542" name="韵达500东架-541-542">
            <a:extLst>
              <a:ext uri="{FF2B5EF4-FFF2-40B4-BE49-F238E27FC236}">
                <a16:creationId xmlns:a16="http://schemas.microsoft.com/office/drawing/2014/main" id="{4EA42B89-058B-4AE0-8002-5B1299E03AA9}"/>
              </a:ext>
            </a:extLst>
          </p:cNvPr>
          <p:cNvSpPr>
            <a:spLocks noGrp="1"/>
          </p:cNvSpPr>
          <p:nvPr/>
        </p:nvSpPr>
        <p:spPr>
          <a:xfrm>
            <a:off x="7981950" y="6238875"/>
            <a:ext cx="142875" cy="41719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43" name="541-543">
            <a:extLst>
              <a:ext uri="{FF2B5EF4-FFF2-40B4-BE49-F238E27FC236}">
                <a16:creationId xmlns:a16="http://schemas.microsoft.com/office/drawing/2014/main" id="{E2405B7B-4E6A-4D63-87E4-4A18BB118AA2}"/>
              </a:ext>
            </a:extLst>
          </p:cNvPr>
          <p:cNvSpPr txBox="1">
            <a:spLocks noGrp="1"/>
          </p:cNvSpPr>
          <p:nvPr/>
        </p:nvSpPr>
        <p:spPr>
          <a:xfrm rot="5400000">
            <a:off x="7844790" y="6376035"/>
            <a:ext cx="417195" cy="142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541</a:t>
            </a:r>
          </a:p>
        </p:txBody>
      </p:sp>
      <p:sp>
        <p:nvSpPr>
          <p:cNvPr id="544" name="韵达500东架-540-544">
            <a:extLst>
              <a:ext uri="{FF2B5EF4-FFF2-40B4-BE49-F238E27FC236}">
                <a16:creationId xmlns:a16="http://schemas.microsoft.com/office/drawing/2014/main" id="{F68CBDC0-6C6E-42AB-9112-DFFCC4B0B626}"/>
              </a:ext>
            </a:extLst>
          </p:cNvPr>
          <p:cNvSpPr>
            <a:spLocks noGrp="1"/>
          </p:cNvSpPr>
          <p:nvPr/>
        </p:nvSpPr>
        <p:spPr>
          <a:xfrm>
            <a:off x="7981950" y="6656070"/>
            <a:ext cx="142875" cy="41719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45" name="540-545">
            <a:extLst>
              <a:ext uri="{FF2B5EF4-FFF2-40B4-BE49-F238E27FC236}">
                <a16:creationId xmlns:a16="http://schemas.microsoft.com/office/drawing/2014/main" id="{93DE1738-63AD-4BF8-B3FB-03529D03D875}"/>
              </a:ext>
            </a:extLst>
          </p:cNvPr>
          <p:cNvSpPr txBox="1">
            <a:spLocks noGrp="1"/>
          </p:cNvSpPr>
          <p:nvPr/>
        </p:nvSpPr>
        <p:spPr>
          <a:xfrm rot="5400000">
            <a:off x="7844790" y="6793230"/>
            <a:ext cx="417195" cy="142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540</a:t>
            </a:r>
          </a:p>
        </p:txBody>
      </p:sp>
      <p:sp>
        <p:nvSpPr>
          <p:cNvPr id="546" name="韵达500东架-539-546">
            <a:extLst>
              <a:ext uri="{FF2B5EF4-FFF2-40B4-BE49-F238E27FC236}">
                <a16:creationId xmlns:a16="http://schemas.microsoft.com/office/drawing/2014/main" id="{94D8DAA2-DF81-4FAB-94FF-E6C3134C7F75}"/>
              </a:ext>
            </a:extLst>
          </p:cNvPr>
          <p:cNvSpPr>
            <a:spLocks noGrp="1"/>
          </p:cNvSpPr>
          <p:nvPr/>
        </p:nvSpPr>
        <p:spPr>
          <a:xfrm>
            <a:off x="7981950" y="7073265"/>
            <a:ext cx="142875" cy="41719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47" name="539-547">
            <a:extLst>
              <a:ext uri="{FF2B5EF4-FFF2-40B4-BE49-F238E27FC236}">
                <a16:creationId xmlns:a16="http://schemas.microsoft.com/office/drawing/2014/main" id="{05634543-8963-42A8-9D57-79DD55D30BA6}"/>
              </a:ext>
            </a:extLst>
          </p:cNvPr>
          <p:cNvSpPr txBox="1">
            <a:spLocks noGrp="1"/>
          </p:cNvSpPr>
          <p:nvPr/>
        </p:nvSpPr>
        <p:spPr>
          <a:xfrm rot="5400000">
            <a:off x="7844790" y="7210425"/>
            <a:ext cx="417195" cy="142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539</a:t>
            </a:r>
          </a:p>
        </p:txBody>
      </p:sp>
      <p:sp>
        <p:nvSpPr>
          <p:cNvPr id="548" name="韵达500东架-538-548">
            <a:extLst>
              <a:ext uri="{FF2B5EF4-FFF2-40B4-BE49-F238E27FC236}">
                <a16:creationId xmlns:a16="http://schemas.microsoft.com/office/drawing/2014/main" id="{8463021A-B22E-4D0D-8315-EB3F1DC29F01}"/>
              </a:ext>
            </a:extLst>
          </p:cNvPr>
          <p:cNvSpPr>
            <a:spLocks noGrp="1"/>
          </p:cNvSpPr>
          <p:nvPr/>
        </p:nvSpPr>
        <p:spPr>
          <a:xfrm>
            <a:off x="7981950" y="7490460"/>
            <a:ext cx="142875" cy="41719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49" name="538-549">
            <a:extLst>
              <a:ext uri="{FF2B5EF4-FFF2-40B4-BE49-F238E27FC236}">
                <a16:creationId xmlns:a16="http://schemas.microsoft.com/office/drawing/2014/main" id="{062C5CC3-22DF-4CE9-94CC-D26CEDFF8AEF}"/>
              </a:ext>
            </a:extLst>
          </p:cNvPr>
          <p:cNvSpPr txBox="1">
            <a:spLocks noGrp="1"/>
          </p:cNvSpPr>
          <p:nvPr/>
        </p:nvSpPr>
        <p:spPr>
          <a:xfrm rot="5400000">
            <a:off x="7844790" y="7627620"/>
            <a:ext cx="417195" cy="142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538</a:t>
            </a:r>
          </a:p>
        </p:txBody>
      </p:sp>
      <p:sp>
        <p:nvSpPr>
          <p:cNvPr id="550" name="韵达500东架-537-550">
            <a:extLst>
              <a:ext uri="{FF2B5EF4-FFF2-40B4-BE49-F238E27FC236}">
                <a16:creationId xmlns:a16="http://schemas.microsoft.com/office/drawing/2014/main" id="{30D9E008-CAAF-447E-8C71-A20261622D60}"/>
              </a:ext>
            </a:extLst>
          </p:cNvPr>
          <p:cNvSpPr>
            <a:spLocks noGrp="1"/>
          </p:cNvSpPr>
          <p:nvPr/>
        </p:nvSpPr>
        <p:spPr>
          <a:xfrm>
            <a:off x="7981950" y="7907655"/>
            <a:ext cx="142875" cy="41719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51" name="537-551">
            <a:extLst>
              <a:ext uri="{FF2B5EF4-FFF2-40B4-BE49-F238E27FC236}">
                <a16:creationId xmlns:a16="http://schemas.microsoft.com/office/drawing/2014/main" id="{77B80616-E6FD-4EC7-AF5A-0766BE567A69}"/>
              </a:ext>
            </a:extLst>
          </p:cNvPr>
          <p:cNvSpPr txBox="1">
            <a:spLocks noGrp="1"/>
          </p:cNvSpPr>
          <p:nvPr/>
        </p:nvSpPr>
        <p:spPr>
          <a:xfrm rot="5400000">
            <a:off x="7844790" y="8044815"/>
            <a:ext cx="417195" cy="142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537</a:t>
            </a:r>
          </a:p>
        </p:txBody>
      </p:sp>
      <p:sp>
        <p:nvSpPr>
          <p:cNvPr id="552" name="韵达500一排左-517-552">
            <a:extLst>
              <a:ext uri="{FF2B5EF4-FFF2-40B4-BE49-F238E27FC236}">
                <a16:creationId xmlns:a16="http://schemas.microsoft.com/office/drawing/2014/main" id="{6543CDF6-DF23-4EE9-98A6-24E00A809165}"/>
              </a:ext>
            </a:extLst>
          </p:cNvPr>
          <p:cNvSpPr>
            <a:spLocks noGrp="1"/>
          </p:cNvSpPr>
          <p:nvPr/>
        </p:nvSpPr>
        <p:spPr>
          <a:xfrm>
            <a:off x="6438900" y="6524625"/>
            <a:ext cx="133350" cy="300038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53" name="517-553">
            <a:extLst>
              <a:ext uri="{FF2B5EF4-FFF2-40B4-BE49-F238E27FC236}">
                <a16:creationId xmlns:a16="http://schemas.microsoft.com/office/drawing/2014/main" id="{1FFFDD2E-A927-4292-95A0-5341BF3BD087}"/>
              </a:ext>
            </a:extLst>
          </p:cNvPr>
          <p:cNvSpPr txBox="1">
            <a:spLocks noGrp="1"/>
          </p:cNvSpPr>
          <p:nvPr/>
        </p:nvSpPr>
        <p:spPr>
          <a:xfrm rot="5400000">
            <a:off x="6355556" y="6607969"/>
            <a:ext cx="300038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517</a:t>
            </a:r>
          </a:p>
        </p:txBody>
      </p:sp>
      <p:sp>
        <p:nvSpPr>
          <p:cNvPr id="554" name="韵达500一排左-516-554">
            <a:extLst>
              <a:ext uri="{FF2B5EF4-FFF2-40B4-BE49-F238E27FC236}">
                <a16:creationId xmlns:a16="http://schemas.microsoft.com/office/drawing/2014/main" id="{41512715-6ECC-4E4C-B66C-83F6DF2D10A0}"/>
              </a:ext>
            </a:extLst>
          </p:cNvPr>
          <p:cNvSpPr>
            <a:spLocks noGrp="1"/>
          </p:cNvSpPr>
          <p:nvPr/>
        </p:nvSpPr>
        <p:spPr>
          <a:xfrm>
            <a:off x="6438900" y="6824663"/>
            <a:ext cx="133350" cy="300038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55" name="516-555">
            <a:extLst>
              <a:ext uri="{FF2B5EF4-FFF2-40B4-BE49-F238E27FC236}">
                <a16:creationId xmlns:a16="http://schemas.microsoft.com/office/drawing/2014/main" id="{7F3A49CD-C367-46CB-A112-0AE5C1DC1C3D}"/>
              </a:ext>
            </a:extLst>
          </p:cNvPr>
          <p:cNvSpPr txBox="1">
            <a:spLocks noGrp="1"/>
          </p:cNvSpPr>
          <p:nvPr/>
        </p:nvSpPr>
        <p:spPr>
          <a:xfrm rot="5400000">
            <a:off x="6355556" y="6908006"/>
            <a:ext cx="300038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516</a:t>
            </a:r>
          </a:p>
        </p:txBody>
      </p:sp>
      <p:sp>
        <p:nvSpPr>
          <p:cNvPr id="556" name="韵达500一排左-515-556">
            <a:extLst>
              <a:ext uri="{FF2B5EF4-FFF2-40B4-BE49-F238E27FC236}">
                <a16:creationId xmlns:a16="http://schemas.microsoft.com/office/drawing/2014/main" id="{4970DEA7-EC1C-4EA2-A622-A13792E4E8F0}"/>
              </a:ext>
            </a:extLst>
          </p:cNvPr>
          <p:cNvSpPr>
            <a:spLocks noGrp="1"/>
          </p:cNvSpPr>
          <p:nvPr/>
        </p:nvSpPr>
        <p:spPr>
          <a:xfrm>
            <a:off x="6438900" y="7124700"/>
            <a:ext cx="133350" cy="300038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57" name="515-557">
            <a:extLst>
              <a:ext uri="{FF2B5EF4-FFF2-40B4-BE49-F238E27FC236}">
                <a16:creationId xmlns:a16="http://schemas.microsoft.com/office/drawing/2014/main" id="{144D946D-CAA7-4A82-9760-FEB667745E4B}"/>
              </a:ext>
            </a:extLst>
          </p:cNvPr>
          <p:cNvSpPr txBox="1">
            <a:spLocks noGrp="1"/>
          </p:cNvSpPr>
          <p:nvPr/>
        </p:nvSpPr>
        <p:spPr>
          <a:xfrm rot="5400000">
            <a:off x="6355556" y="7208044"/>
            <a:ext cx="300038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515</a:t>
            </a:r>
          </a:p>
        </p:txBody>
      </p:sp>
      <p:sp>
        <p:nvSpPr>
          <p:cNvPr id="558" name="韵达500一排左-514-558">
            <a:extLst>
              <a:ext uri="{FF2B5EF4-FFF2-40B4-BE49-F238E27FC236}">
                <a16:creationId xmlns:a16="http://schemas.microsoft.com/office/drawing/2014/main" id="{91BD7CD8-BE31-4929-87FE-19F3756A262E}"/>
              </a:ext>
            </a:extLst>
          </p:cNvPr>
          <p:cNvSpPr>
            <a:spLocks noGrp="1"/>
          </p:cNvSpPr>
          <p:nvPr/>
        </p:nvSpPr>
        <p:spPr>
          <a:xfrm>
            <a:off x="6438900" y="7424738"/>
            <a:ext cx="133350" cy="300038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59" name="514-559">
            <a:extLst>
              <a:ext uri="{FF2B5EF4-FFF2-40B4-BE49-F238E27FC236}">
                <a16:creationId xmlns:a16="http://schemas.microsoft.com/office/drawing/2014/main" id="{4156D84A-9036-48B7-B036-4CB5E2AFE530}"/>
              </a:ext>
            </a:extLst>
          </p:cNvPr>
          <p:cNvSpPr txBox="1">
            <a:spLocks noGrp="1"/>
          </p:cNvSpPr>
          <p:nvPr/>
        </p:nvSpPr>
        <p:spPr>
          <a:xfrm rot="5400000">
            <a:off x="6355556" y="7508081"/>
            <a:ext cx="300038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514</a:t>
            </a:r>
          </a:p>
        </p:txBody>
      </p:sp>
      <p:sp>
        <p:nvSpPr>
          <p:cNvPr id="560" name="韵达500一排左-513-560">
            <a:extLst>
              <a:ext uri="{FF2B5EF4-FFF2-40B4-BE49-F238E27FC236}">
                <a16:creationId xmlns:a16="http://schemas.microsoft.com/office/drawing/2014/main" id="{7FF90C54-0850-4DB8-97C3-4EE411E7BA28}"/>
              </a:ext>
            </a:extLst>
          </p:cNvPr>
          <p:cNvSpPr>
            <a:spLocks noGrp="1"/>
          </p:cNvSpPr>
          <p:nvPr/>
        </p:nvSpPr>
        <p:spPr>
          <a:xfrm>
            <a:off x="6438900" y="7724775"/>
            <a:ext cx="133350" cy="300038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61" name="513-561">
            <a:extLst>
              <a:ext uri="{FF2B5EF4-FFF2-40B4-BE49-F238E27FC236}">
                <a16:creationId xmlns:a16="http://schemas.microsoft.com/office/drawing/2014/main" id="{8F14F491-D28B-4D41-8F35-6D50024998C6}"/>
              </a:ext>
            </a:extLst>
          </p:cNvPr>
          <p:cNvSpPr txBox="1">
            <a:spLocks noGrp="1"/>
          </p:cNvSpPr>
          <p:nvPr/>
        </p:nvSpPr>
        <p:spPr>
          <a:xfrm rot="5400000">
            <a:off x="6355556" y="7808119"/>
            <a:ext cx="300038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513</a:t>
            </a:r>
          </a:p>
        </p:txBody>
      </p:sp>
      <p:sp>
        <p:nvSpPr>
          <p:cNvPr id="562" name="韵达500一排左-512-562">
            <a:extLst>
              <a:ext uri="{FF2B5EF4-FFF2-40B4-BE49-F238E27FC236}">
                <a16:creationId xmlns:a16="http://schemas.microsoft.com/office/drawing/2014/main" id="{00DF8081-20F3-4564-AAAD-90DCD8D21BCA}"/>
              </a:ext>
            </a:extLst>
          </p:cNvPr>
          <p:cNvSpPr>
            <a:spLocks noGrp="1"/>
          </p:cNvSpPr>
          <p:nvPr/>
        </p:nvSpPr>
        <p:spPr>
          <a:xfrm>
            <a:off x="6438900" y="8024813"/>
            <a:ext cx="133350" cy="300038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63" name="512-563">
            <a:extLst>
              <a:ext uri="{FF2B5EF4-FFF2-40B4-BE49-F238E27FC236}">
                <a16:creationId xmlns:a16="http://schemas.microsoft.com/office/drawing/2014/main" id="{A8263E20-A641-4FFD-95C0-D842567DFF6B}"/>
              </a:ext>
            </a:extLst>
          </p:cNvPr>
          <p:cNvSpPr txBox="1">
            <a:spLocks noGrp="1"/>
          </p:cNvSpPr>
          <p:nvPr/>
        </p:nvSpPr>
        <p:spPr>
          <a:xfrm rot="5400000">
            <a:off x="6355556" y="8108156"/>
            <a:ext cx="300038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512</a:t>
            </a:r>
          </a:p>
        </p:txBody>
      </p:sp>
      <p:sp>
        <p:nvSpPr>
          <p:cNvPr id="564" name="韵达500一排右-523-564">
            <a:extLst>
              <a:ext uri="{FF2B5EF4-FFF2-40B4-BE49-F238E27FC236}">
                <a16:creationId xmlns:a16="http://schemas.microsoft.com/office/drawing/2014/main" id="{2CEC548E-5E2B-4F3D-BE99-BE9316347CDF}"/>
              </a:ext>
            </a:extLst>
          </p:cNvPr>
          <p:cNvSpPr>
            <a:spLocks noGrp="1"/>
          </p:cNvSpPr>
          <p:nvPr/>
        </p:nvSpPr>
        <p:spPr>
          <a:xfrm>
            <a:off x="6572250" y="6524625"/>
            <a:ext cx="133350" cy="300038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65" name="523-565">
            <a:extLst>
              <a:ext uri="{FF2B5EF4-FFF2-40B4-BE49-F238E27FC236}">
                <a16:creationId xmlns:a16="http://schemas.microsoft.com/office/drawing/2014/main" id="{D241C6A4-EF07-446A-8914-585BE0357A96}"/>
              </a:ext>
            </a:extLst>
          </p:cNvPr>
          <p:cNvSpPr txBox="1">
            <a:spLocks noGrp="1"/>
          </p:cNvSpPr>
          <p:nvPr/>
        </p:nvSpPr>
        <p:spPr>
          <a:xfrm rot="5400000">
            <a:off x="6488906" y="6607969"/>
            <a:ext cx="300038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523</a:t>
            </a:r>
          </a:p>
        </p:txBody>
      </p:sp>
      <p:sp>
        <p:nvSpPr>
          <p:cNvPr id="566" name="韵达500一排右-522-566">
            <a:extLst>
              <a:ext uri="{FF2B5EF4-FFF2-40B4-BE49-F238E27FC236}">
                <a16:creationId xmlns:a16="http://schemas.microsoft.com/office/drawing/2014/main" id="{26A9D0C7-B8A5-4767-AB02-794017B3E8B9}"/>
              </a:ext>
            </a:extLst>
          </p:cNvPr>
          <p:cNvSpPr>
            <a:spLocks noGrp="1"/>
          </p:cNvSpPr>
          <p:nvPr/>
        </p:nvSpPr>
        <p:spPr>
          <a:xfrm>
            <a:off x="6572250" y="6824663"/>
            <a:ext cx="133350" cy="300038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67" name="522-567">
            <a:extLst>
              <a:ext uri="{FF2B5EF4-FFF2-40B4-BE49-F238E27FC236}">
                <a16:creationId xmlns:a16="http://schemas.microsoft.com/office/drawing/2014/main" id="{998F445D-C154-4C2B-86E9-4584A3DCE705}"/>
              </a:ext>
            </a:extLst>
          </p:cNvPr>
          <p:cNvSpPr txBox="1">
            <a:spLocks noGrp="1"/>
          </p:cNvSpPr>
          <p:nvPr/>
        </p:nvSpPr>
        <p:spPr>
          <a:xfrm rot="5400000">
            <a:off x="6488906" y="6908006"/>
            <a:ext cx="300038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522</a:t>
            </a:r>
          </a:p>
        </p:txBody>
      </p:sp>
      <p:sp>
        <p:nvSpPr>
          <p:cNvPr id="568" name="韵达500一排右-521-568">
            <a:extLst>
              <a:ext uri="{FF2B5EF4-FFF2-40B4-BE49-F238E27FC236}">
                <a16:creationId xmlns:a16="http://schemas.microsoft.com/office/drawing/2014/main" id="{8178B9BA-BCB9-4C33-B43C-681C7012D8C3}"/>
              </a:ext>
            </a:extLst>
          </p:cNvPr>
          <p:cNvSpPr>
            <a:spLocks noGrp="1"/>
          </p:cNvSpPr>
          <p:nvPr/>
        </p:nvSpPr>
        <p:spPr>
          <a:xfrm>
            <a:off x="6572250" y="7124700"/>
            <a:ext cx="133350" cy="300038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69" name="521-569">
            <a:extLst>
              <a:ext uri="{FF2B5EF4-FFF2-40B4-BE49-F238E27FC236}">
                <a16:creationId xmlns:a16="http://schemas.microsoft.com/office/drawing/2014/main" id="{219E2AF1-E1AB-4F12-9E3C-014B8CB9D51E}"/>
              </a:ext>
            </a:extLst>
          </p:cNvPr>
          <p:cNvSpPr txBox="1">
            <a:spLocks noGrp="1"/>
          </p:cNvSpPr>
          <p:nvPr/>
        </p:nvSpPr>
        <p:spPr>
          <a:xfrm rot="5400000">
            <a:off x="6488906" y="7208044"/>
            <a:ext cx="300038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521</a:t>
            </a:r>
          </a:p>
        </p:txBody>
      </p:sp>
      <p:sp>
        <p:nvSpPr>
          <p:cNvPr id="570" name="韵达500一排右-520-570">
            <a:extLst>
              <a:ext uri="{FF2B5EF4-FFF2-40B4-BE49-F238E27FC236}">
                <a16:creationId xmlns:a16="http://schemas.microsoft.com/office/drawing/2014/main" id="{92E267E4-0492-4043-A529-EB72F4F1F49C}"/>
              </a:ext>
            </a:extLst>
          </p:cNvPr>
          <p:cNvSpPr>
            <a:spLocks noGrp="1"/>
          </p:cNvSpPr>
          <p:nvPr/>
        </p:nvSpPr>
        <p:spPr>
          <a:xfrm>
            <a:off x="6572250" y="7424738"/>
            <a:ext cx="133350" cy="300038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71" name="520-571">
            <a:extLst>
              <a:ext uri="{FF2B5EF4-FFF2-40B4-BE49-F238E27FC236}">
                <a16:creationId xmlns:a16="http://schemas.microsoft.com/office/drawing/2014/main" id="{FBD3C4E0-D672-4486-993E-153646558334}"/>
              </a:ext>
            </a:extLst>
          </p:cNvPr>
          <p:cNvSpPr txBox="1">
            <a:spLocks noGrp="1"/>
          </p:cNvSpPr>
          <p:nvPr/>
        </p:nvSpPr>
        <p:spPr>
          <a:xfrm rot="5400000">
            <a:off x="6488906" y="7508081"/>
            <a:ext cx="300038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520</a:t>
            </a:r>
          </a:p>
        </p:txBody>
      </p:sp>
      <p:sp>
        <p:nvSpPr>
          <p:cNvPr id="572" name="韵达500一排右-519-572">
            <a:extLst>
              <a:ext uri="{FF2B5EF4-FFF2-40B4-BE49-F238E27FC236}">
                <a16:creationId xmlns:a16="http://schemas.microsoft.com/office/drawing/2014/main" id="{1012DB4B-69D8-45A4-A8AA-ED48B511799C}"/>
              </a:ext>
            </a:extLst>
          </p:cNvPr>
          <p:cNvSpPr>
            <a:spLocks noGrp="1"/>
          </p:cNvSpPr>
          <p:nvPr/>
        </p:nvSpPr>
        <p:spPr>
          <a:xfrm>
            <a:off x="6572250" y="7724775"/>
            <a:ext cx="133350" cy="300038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73" name="519-573">
            <a:extLst>
              <a:ext uri="{FF2B5EF4-FFF2-40B4-BE49-F238E27FC236}">
                <a16:creationId xmlns:a16="http://schemas.microsoft.com/office/drawing/2014/main" id="{AAA4FAAE-93BE-4542-B31B-81B02289B08A}"/>
              </a:ext>
            </a:extLst>
          </p:cNvPr>
          <p:cNvSpPr txBox="1">
            <a:spLocks noGrp="1"/>
          </p:cNvSpPr>
          <p:nvPr/>
        </p:nvSpPr>
        <p:spPr>
          <a:xfrm rot="5400000">
            <a:off x="6488906" y="7808119"/>
            <a:ext cx="300038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519</a:t>
            </a:r>
          </a:p>
        </p:txBody>
      </p:sp>
      <p:sp>
        <p:nvSpPr>
          <p:cNvPr id="574" name="韵达500一排右-518-574">
            <a:extLst>
              <a:ext uri="{FF2B5EF4-FFF2-40B4-BE49-F238E27FC236}">
                <a16:creationId xmlns:a16="http://schemas.microsoft.com/office/drawing/2014/main" id="{9FBDEFE5-1FD5-475A-97E4-2F11FE608E58}"/>
              </a:ext>
            </a:extLst>
          </p:cNvPr>
          <p:cNvSpPr>
            <a:spLocks noGrp="1"/>
          </p:cNvSpPr>
          <p:nvPr/>
        </p:nvSpPr>
        <p:spPr>
          <a:xfrm>
            <a:off x="6572250" y="8024813"/>
            <a:ext cx="133350" cy="300038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75" name="518-575">
            <a:extLst>
              <a:ext uri="{FF2B5EF4-FFF2-40B4-BE49-F238E27FC236}">
                <a16:creationId xmlns:a16="http://schemas.microsoft.com/office/drawing/2014/main" id="{C49999EC-BF4D-4CC7-9668-4011C9BC695F}"/>
              </a:ext>
            </a:extLst>
          </p:cNvPr>
          <p:cNvSpPr txBox="1">
            <a:spLocks noGrp="1"/>
          </p:cNvSpPr>
          <p:nvPr/>
        </p:nvSpPr>
        <p:spPr>
          <a:xfrm rot="5400000">
            <a:off x="6488906" y="8108156"/>
            <a:ext cx="300038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518</a:t>
            </a:r>
          </a:p>
        </p:txBody>
      </p:sp>
      <p:sp>
        <p:nvSpPr>
          <p:cNvPr id="576" name="韵达500二排左-529-576">
            <a:extLst>
              <a:ext uri="{FF2B5EF4-FFF2-40B4-BE49-F238E27FC236}">
                <a16:creationId xmlns:a16="http://schemas.microsoft.com/office/drawing/2014/main" id="{07590077-8ED1-429D-9F85-B305918C839A}"/>
              </a:ext>
            </a:extLst>
          </p:cNvPr>
          <p:cNvSpPr>
            <a:spLocks noGrp="1"/>
          </p:cNvSpPr>
          <p:nvPr/>
        </p:nvSpPr>
        <p:spPr>
          <a:xfrm>
            <a:off x="7210425" y="6524625"/>
            <a:ext cx="133350" cy="300038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77" name="529-577">
            <a:extLst>
              <a:ext uri="{FF2B5EF4-FFF2-40B4-BE49-F238E27FC236}">
                <a16:creationId xmlns:a16="http://schemas.microsoft.com/office/drawing/2014/main" id="{2B540A71-5460-4208-BEFE-B37311694621}"/>
              </a:ext>
            </a:extLst>
          </p:cNvPr>
          <p:cNvSpPr txBox="1">
            <a:spLocks noGrp="1"/>
          </p:cNvSpPr>
          <p:nvPr/>
        </p:nvSpPr>
        <p:spPr>
          <a:xfrm rot="5400000">
            <a:off x="7127081" y="6607969"/>
            <a:ext cx="300038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529</a:t>
            </a:r>
          </a:p>
        </p:txBody>
      </p:sp>
      <p:sp>
        <p:nvSpPr>
          <p:cNvPr id="578" name="韵达500二排左-528-578">
            <a:extLst>
              <a:ext uri="{FF2B5EF4-FFF2-40B4-BE49-F238E27FC236}">
                <a16:creationId xmlns:a16="http://schemas.microsoft.com/office/drawing/2014/main" id="{377C75AE-3537-40E7-9130-522CD82026BF}"/>
              </a:ext>
            </a:extLst>
          </p:cNvPr>
          <p:cNvSpPr>
            <a:spLocks noGrp="1"/>
          </p:cNvSpPr>
          <p:nvPr/>
        </p:nvSpPr>
        <p:spPr>
          <a:xfrm>
            <a:off x="7210425" y="6824663"/>
            <a:ext cx="133350" cy="300038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79" name="528-579">
            <a:extLst>
              <a:ext uri="{FF2B5EF4-FFF2-40B4-BE49-F238E27FC236}">
                <a16:creationId xmlns:a16="http://schemas.microsoft.com/office/drawing/2014/main" id="{94A0DEDF-2A02-4717-8C72-2EC05B289E20}"/>
              </a:ext>
            </a:extLst>
          </p:cNvPr>
          <p:cNvSpPr txBox="1">
            <a:spLocks noGrp="1"/>
          </p:cNvSpPr>
          <p:nvPr/>
        </p:nvSpPr>
        <p:spPr>
          <a:xfrm rot="5400000">
            <a:off x="7127081" y="6908006"/>
            <a:ext cx="300038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528</a:t>
            </a:r>
          </a:p>
        </p:txBody>
      </p:sp>
      <p:sp>
        <p:nvSpPr>
          <p:cNvPr id="580" name="韵达500二排左-527-580">
            <a:extLst>
              <a:ext uri="{FF2B5EF4-FFF2-40B4-BE49-F238E27FC236}">
                <a16:creationId xmlns:a16="http://schemas.microsoft.com/office/drawing/2014/main" id="{679D4DA5-0123-4F17-BE98-1541D86F93B8}"/>
              </a:ext>
            </a:extLst>
          </p:cNvPr>
          <p:cNvSpPr>
            <a:spLocks noGrp="1"/>
          </p:cNvSpPr>
          <p:nvPr/>
        </p:nvSpPr>
        <p:spPr>
          <a:xfrm>
            <a:off x="7210425" y="7124700"/>
            <a:ext cx="133350" cy="300038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81" name="527-581">
            <a:extLst>
              <a:ext uri="{FF2B5EF4-FFF2-40B4-BE49-F238E27FC236}">
                <a16:creationId xmlns:a16="http://schemas.microsoft.com/office/drawing/2014/main" id="{1BFD454C-BC27-4494-818C-E65710A30814}"/>
              </a:ext>
            </a:extLst>
          </p:cNvPr>
          <p:cNvSpPr txBox="1">
            <a:spLocks noGrp="1"/>
          </p:cNvSpPr>
          <p:nvPr/>
        </p:nvSpPr>
        <p:spPr>
          <a:xfrm rot="5400000">
            <a:off x="7127081" y="7208044"/>
            <a:ext cx="300038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527</a:t>
            </a:r>
          </a:p>
        </p:txBody>
      </p:sp>
      <p:sp>
        <p:nvSpPr>
          <p:cNvPr id="582" name="韵达500二排左-526-582">
            <a:extLst>
              <a:ext uri="{FF2B5EF4-FFF2-40B4-BE49-F238E27FC236}">
                <a16:creationId xmlns:a16="http://schemas.microsoft.com/office/drawing/2014/main" id="{281BEEA4-11DF-4C69-94E9-C3FB36706A81}"/>
              </a:ext>
            </a:extLst>
          </p:cNvPr>
          <p:cNvSpPr>
            <a:spLocks noGrp="1"/>
          </p:cNvSpPr>
          <p:nvPr/>
        </p:nvSpPr>
        <p:spPr>
          <a:xfrm>
            <a:off x="7210425" y="7424738"/>
            <a:ext cx="133350" cy="300038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83" name="526-583">
            <a:extLst>
              <a:ext uri="{FF2B5EF4-FFF2-40B4-BE49-F238E27FC236}">
                <a16:creationId xmlns:a16="http://schemas.microsoft.com/office/drawing/2014/main" id="{E4E88C31-E540-4341-9ECD-B25A4A3E1BF0}"/>
              </a:ext>
            </a:extLst>
          </p:cNvPr>
          <p:cNvSpPr txBox="1">
            <a:spLocks noGrp="1"/>
          </p:cNvSpPr>
          <p:nvPr/>
        </p:nvSpPr>
        <p:spPr>
          <a:xfrm rot="5400000">
            <a:off x="7127081" y="7508081"/>
            <a:ext cx="300038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526</a:t>
            </a:r>
          </a:p>
        </p:txBody>
      </p:sp>
      <p:sp>
        <p:nvSpPr>
          <p:cNvPr id="584" name="韵达500二排左-525-584">
            <a:extLst>
              <a:ext uri="{FF2B5EF4-FFF2-40B4-BE49-F238E27FC236}">
                <a16:creationId xmlns:a16="http://schemas.microsoft.com/office/drawing/2014/main" id="{267525A5-96BF-4905-BC04-B727B04254F6}"/>
              </a:ext>
            </a:extLst>
          </p:cNvPr>
          <p:cNvSpPr>
            <a:spLocks noGrp="1"/>
          </p:cNvSpPr>
          <p:nvPr/>
        </p:nvSpPr>
        <p:spPr>
          <a:xfrm>
            <a:off x="7210425" y="7724775"/>
            <a:ext cx="133350" cy="300038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85" name="525-585">
            <a:extLst>
              <a:ext uri="{FF2B5EF4-FFF2-40B4-BE49-F238E27FC236}">
                <a16:creationId xmlns:a16="http://schemas.microsoft.com/office/drawing/2014/main" id="{694D8AE9-A7A8-4500-A1EB-5EE75530EDEE}"/>
              </a:ext>
            </a:extLst>
          </p:cNvPr>
          <p:cNvSpPr txBox="1">
            <a:spLocks noGrp="1"/>
          </p:cNvSpPr>
          <p:nvPr/>
        </p:nvSpPr>
        <p:spPr>
          <a:xfrm rot="5400000">
            <a:off x="7127081" y="7808119"/>
            <a:ext cx="300038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525</a:t>
            </a:r>
          </a:p>
        </p:txBody>
      </p:sp>
      <p:sp>
        <p:nvSpPr>
          <p:cNvPr id="586" name="韵达500二排左-524-586">
            <a:extLst>
              <a:ext uri="{FF2B5EF4-FFF2-40B4-BE49-F238E27FC236}">
                <a16:creationId xmlns:a16="http://schemas.microsoft.com/office/drawing/2014/main" id="{B606448A-5CC4-4283-AFE7-7A3D7787A5E4}"/>
              </a:ext>
            </a:extLst>
          </p:cNvPr>
          <p:cNvSpPr>
            <a:spLocks noGrp="1"/>
          </p:cNvSpPr>
          <p:nvPr/>
        </p:nvSpPr>
        <p:spPr>
          <a:xfrm>
            <a:off x="7210425" y="8024813"/>
            <a:ext cx="133350" cy="300038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87" name="524-587">
            <a:extLst>
              <a:ext uri="{FF2B5EF4-FFF2-40B4-BE49-F238E27FC236}">
                <a16:creationId xmlns:a16="http://schemas.microsoft.com/office/drawing/2014/main" id="{65EB2A59-9B5B-49A4-BE2D-9A7280FF178C}"/>
              </a:ext>
            </a:extLst>
          </p:cNvPr>
          <p:cNvSpPr txBox="1">
            <a:spLocks noGrp="1"/>
          </p:cNvSpPr>
          <p:nvPr/>
        </p:nvSpPr>
        <p:spPr>
          <a:xfrm rot="5400000">
            <a:off x="7127081" y="8108156"/>
            <a:ext cx="300038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524</a:t>
            </a:r>
          </a:p>
        </p:txBody>
      </p:sp>
      <p:sp>
        <p:nvSpPr>
          <p:cNvPr id="588" name="韵达500二排右-535-588">
            <a:extLst>
              <a:ext uri="{FF2B5EF4-FFF2-40B4-BE49-F238E27FC236}">
                <a16:creationId xmlns:a16="http://schemas.microsoft.com/office/drawing/2014/main" id="{60378473-C545-42BA-BE16-24E4DDE0F85C}"/>
              </a:ext>
            </a:extLst>
          </p:cNvPr>
          <p:cNvSpPr>
            <a:spLocks noGrp="1"/>
          </p:cNvSpPr>
          <p:nvPr/>
        </p:nvSpPr>
        <p:spPr>
          <a:xfrm>
            <a:off x="7343775" y="6524625"/>
            <a:ext cx="133350" cy="300038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89" name="535-589">
            <a:extLst>
              <a:ext uri="{FF2B5EF4-FFF2-40B4-BE49-F238E27FC236}">
                <a16:creationId xmlns:a16="http://schemas.microsoft.com/office/drawing/2014/main" id="{711CA176-6B88-421A-B5A7-5215383A4689}"/>
              </a:ext>
            </a:extLst>
          </p:cNvPr>
          <p:cNvSpPr txBox="1">
            <a:spLocks noGrp="1"/>
          </p:cNvSpPr>
          <p:nvPr/>
        </p:nvSpPr>
        <p:spPr>
          <a:xfrm rot="5400000">
            <a:off x="7260431" y="6607969"/>
            <a:ext cx="300038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535</a:t>
            </a:r>
          </a:p>
        </p:txBody>
      </p:sp>
      <p:sp>
        <p:nvSpPr>
          <p:cNvPr id="590" name="韵达500二排右-534-590">
            <a:extLst>
              <a:ext uri="{FF2B5EF4-FFF2-40B4-BE49-F238E27FC236}">
                <a16:creationId xmlns:a16="http://schemas.microsoft.com/office/drawing/2014/main" id="{11368748-163D-4F1A-9563-8002591B4630}"/>
              </a:ext>
            </a:extLst>
          </p:cNvPr>
          <p:cNvSpPr>
            <a:spLocks noGrp="1"/>
          </p:cNvSpPr>
          <p:nvPr/>
        </p:nvSpPr>
        <p:spPr>
          <a:xfrm>
            <a:off x="7343775" y="6824663"/>
            <a:ext cx="133350" cy="300038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91" name="534-591">
            <a:extLst>
              <a:ext uri="{FF2B5EF4-FFF2-40B4-BE49-F238E27FC236}">
                <a16:creationId xmlns:a16="http://schemas.microsoft.com/office/drawing/2014/main" id="{87D65E7E-0ACC-4FBB-B765-99BF5AA782AB}"/>
              </a:ext>
            </a:extLst>
          </p:cNvPr>
          <p:cNvSpPr txBox="1">
            <a:spLocks noGrp="1"/>
          </p:cNvSpPr>
          <p:nvPr/>
        </p:nvSpPr>
        <p:spPr>
          <a:xfrm rot="5400000">
            <a:off x="7260431" y="6908006"/>
            <a:ext cx="300038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534</a:t>
            </a:r>
          </a:p>
        </p:txBody>
      </p:sp>
      <p:sp>
        <p:nvSpPr>
          <p:cNvPr id="592" name="韵达500二排右-533-592">
            <a:extLst>
              <a:ext uri="{FF2B5EF4-FFF2-40B4-BE49-F238E27FC236}">
                <a16:creationId xmlns:a16="http://schemas.microsoft.com/office/drawing/2014/main" id="{808D2762-0585-438F-BB1A-D94DE6276EE3}"/>
              </a:ext>
            </a:extLst>
          </p:cNvPr>
          <p:cNvSpPr>
            <a:spLocks noGrp="1"/>
          </p:cNvSpPr>
          <p:nvPr/>
        </p:nvSpPr>
        <p:spPr>
          <a:xfrm>
            <a:off x="7343775" y="7124700"/>
            <a:ext cx="133350" cy="300038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93" name="533-593">
            <a:extLst>
              <a:ext uri="{FF2B5EF4-FFF2-40B4-BE49-F238E27FC236}">
                <a16:creationId xmlns:a16="http://schemas.microsoft.com/office/drawing/2014/main" id="{C7E59B06-F4A0-40C2-8292-5A91AC7DBC37}"/>
              </a:ext>
            </a:extLst>
          </p:cNvPr>
          <p:cNvSpPr txBox="1">
            <a:spLocks noGrp="1"/>
          </p:cNvSpPr>
          <p:nvPr/>
        </p:nvSpPr>
        <p:spPr>
          <a:xfrm rot="5400000">
            <a:off x="7260431" y="7208044"/>
            <a:ext cx="300038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533</a:t>
            </a:r>
          </a:p>
        </p:txBody>
      </p:sp>
      <p:sp>
        <p:nvSpPr>
          <p:cNvPr id="594" name="韵达500二排右-532-594">
            <a:extLst>
              <a:ext uri="{FF2B5EF4-FFF2-40B4-BE49-F238E27FC236}">
                <a16:creationId xmlns:a16="http://schemas.microsoft.com/office/drawing/2014/main" id="{34391692-9069-4A8D-AC03-12BA9AA51165}"/>
              </a:ext>
            </a:extLst>
          </p:cNvPr>
          <p:cNvSpPr>
            <a:spLocks noGrp="1"/>
          </p:cNvSpPr>
          <p:nvPr/>
        </p:nvSpPr>
        <p:spPr>
          <a:xfrm>
            <a:off x="7343775" y="7424738"/>
            <a:ext cx="133350" cy="300038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95" name="532-595">
            <a:extLst>
              <a:ext uri="{FF2B5EF4-FFF2-40B4-BE49-F238E27FC236}">
                <a16:creationId xmlns:a16="http://schemas.microsoft.com/office/drawing/2014/main" id="{A36B0C4D-15CB-4D02-845A-9A0B3E197571}"/>
              </a:ext>
            </a:extLst>
          </p:cNvPr>
          <p:cNvSpPr txBox="1">
            <a:spLocks noGrp="1"/>
          </p:cNvSpPr>
          <p:nvPr/>
        </p:nvSpPr>
        <p:spPr>
          <a:xfrm rot="5400000">
            <a:off x="7260431" y="7508081"/>
            <a:ext cx="300038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532</a:t>
            </a:r>
          </a:p>
        </p:txBody>
      </p:sp>
      <p:sp>
        <p:nvSpPr>
          <p:cNvPr id="596" name="韵达500二排右-531-596">
            <a:extLst>
              <a:ext uri="{FF2B5EF4-FFF2-40B4-BE49-F238E27FC236}">
                <a16:creationId xmlns:a16="http://schemas.microsoft.com/office/drawing/2014/main" id="{72DD5A31-CA2D-461E-816D-FBC0A371F61F}"/>
              </a:ext>
            </a:extLst>
          </p:cNvPr>
          <p:cNvSpPr>
            <a:spLocks noGrp="1"/>
          </p:cNvSpPr>
          <p:nvPr/>
        </p:nvSpPr>
        <p:spPr>
          <a:xfrm>
            <a:off x="7343775" y="7724775"/>
            <a:ext cx="133350" cy="300038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97" name="531-597">
            <a:extLst>
              <a:ext uri="{FF2B5EF4-FFF2-40B4-BE49-F238E27FC236}">
                <a16:creationId xmlns:a16="http://schemas.microsoft.com/office/drawing/2014/main" id="{CF695CE3-C7E8-465F-B8F2-2284161FE583}"/>
              </a:ext>
            </a:extLst>
          </p:cNvPr>
          <p:cNvSpPr txBox="1">
            <a:spLocks noGrp="1"/>
          </p:cNvSpPr>
          <p:nvPr/>
        </p:nvSpPr>
        <p:spPr>
          <a:xfrm rot="5400000">
            <a:off x="7260431" y="7808119"/>
            <a:ext cx="300038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531</a:t>
            </a:r>
          </a:p>
        </p:txBody>
      </p:sp>
      <p:sp>
        <p:nvSpPr>
          <p:cNvPr id="598" name="韵达500二排右-530-598">
            <a:extLst>
              <a:ext uri="{FF2B5EF4-FFF2-40B4-BE49-F238E27FC236}">
                <a16:creationId xmlns:a16="http://schemas.microsoft.com/office/drawing/2014/main" id="{E8AAB994-1438-489C-A61B-69D6D0C3856B}"/>
              </a:ext>
            </a:extLst>
          </p:cNvPr>
          <p:cNvSpPr>
            <a:spLocks noGrp="1"/>
          </p:cNvSpPr>
          <p:nvPr/>
        </p:nvSpPr>
        <p:spPr>
          <a:xfrm>
            <a:off x="7343775" y="8024813"/>
            <a:ext cx="133350" cy="300038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99" name="530-599">
            <a:extLst>
              <a:ext uri="{FF2B5EF4-FFF2-40B4-BE49-F238E27FC236}">
                <a16:creationId xmlns:a16="http://schemas.microsoft.com/office/drawing/2014/main" id="{EA54D958-C2EE-44BB-A94B-81140DDAACD3}"/>
              </a:ext>
            </a:extLst>
          </p:cNvPr>
          <p:cNvSpPr txBox="1">
            <a:spLocks noGrp="1"/>
          </p:cNvSpPr>
          <p:nvPr/>
        </p:nvSpPr>
        <p:spPr>
          <a:xfrm rot="5400000">
            <a:off x="7260431" y="8108156"/>
            <a:ext cx="300038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8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15E7A"/>
                </a:solidFill>
                <a:latin typeface="Arial"/>
                <a:ea typeface="Arial"/>
                <a:cs typeface="Arial"/>
              </a:rPr>
              <a:t>530</a:t>
            </a:r>
          </a:p>
        </p:txBody>
      </p:sp>
      <p:sp>
        <p:nvSpPr>
          <p:cNvPr id="600" name="签收终端-600">
            <a:extLst>
              <a:ext uri="{FF2B5EF4-FFF2-40B4-BE49-F238E27FC236}">
                <a16:creationId xmlns:a16="http://schemas.microsoft.com/office/drawing/2014/main" id="{C3425006-C9C7-4E40-A807-5F4451CAFA8F}"/>
              </a:ext>
            </a:extLst>
          </p:cNvPr>
          <p:cNvSpPr>
            <a:spLocks noGrp="1"/>
          </p:cNvSpPr>
          <p:nvPr/>
        </p:nvSpPr>
        <p:spPr>
          <a:xfrm>
            <a:off x="6429375" y="8334375"/>
            <a:ext cx="342900" cy="142875"/>
          </a:xfrm>
          <a:prstGeom prst="rect">
            <a:avLst/>
          </a:prstGeom>
          <a:solidFill>
            <a:srgbClr val="706B73"/>
          </a:solidFill>
          <a:ln w="6668">
            <a:solidFill>
              <a:srgbClr val="514D56"/>
            </a:solidFill>
          </a:ln>
        </p:spPr>
      </p:sp>
      <p:sp>
        <p:nvSpPr>
          <p:cNvPr id="601" name="终端屏幕-601">
            <a:extLst>
              <a:ext uri="{FF2B5EF4-FFF2-40B4-BE49-F238E27FC236}">
                <a16:creationId xmlns:a16="http://schemas.microsoft.com/office/drawing/2014/main" id="{81624BC1-14C2-488F-BD13-C22690C669BA}"/>
              </a:ext>
            </a:extLst>
          </p:cNvPr>
          <p:cNvSpPr>
            <a:spLocks noGrp="1"/>
          </p:cNvSpPr>
          <p:nvPr/>
        </p:nvSpPr>
        <p:spPr>
          <a:xfrm>
            <a:off x="6505575" y="8382000"/>
            <a:ext cx="190500" cy="47625"/>
          </a:xfrm>
          <a:prstGeom prst="rect">
            <a:avLst/>
          </a:prstGeom>
          <a:solidFill>
            <a:srgbClr val="F4F3F6"/>
          </a:solidFill>
          <a:ln w="0">
            <a:noFill/>
          </a:ln>
        </p:spPr>
      </p:sp>
      <p:sp>
        <p:nvSpPr>
          <p:cNvPr id="602" name="签收处-602">
            <a:extLst>
              <a:ext uri="{FF2B5EF4-FFF2-40B4-BE49-F238E27FC236}">
                <a16:creationId xmlns:a16="http://schemas.microsoft.com/office/drawing/2014/main" id="{F6664271-1850-4E20-BA4F-0EC23AA5522F}"/>
              </a:ext>
            </a:extLst>
          </p:cNvPr>
          <p:cNvSpPr txBox="1">
            <a:spLocks noGrp="1"/>
          </p:cNvSpPr>
          <p:nvPr/>
        </p:nvSpPr>
        <p:spPr>
          <a:xfrm>
            <a:off x="6267450" y="843915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0" i="0">
                <a:solidFill>
                  <a:srgbClr val="B75C56"/>
                </a:solidFill>
                <a:latin typeface="Songti SC"/>
                <a:ea typeface="Songti SC"/>
                <a:cs typeface="Songti SC"/>
              </a:defRPr>
            </a:pPr>
            <a:r>
              <a:rPr sz="1275" b="0" i="0">
                <a:solidFill>
                  <a:srgbClr val="B75C56"/>
                </a:solidFill>
                <a:latin typeface="Songti SC"/>
                <a:ea typeface="Songti SC"/>
                <a:cs typeface="Songti SC"/>
              </a:rPr>
              <a:t>签收处</a:t>
            </a:r>
          </a:p>
        </p:txBody>
      </p:sp>
      <p:sp>
        <p:nvSpPr>
          <p:cNvPr id="603" name="韵达 500–600-603">
            <a:extLst>
              <a:ext uri="{FF2B5EF4-FFF2-40B4-BE49-F238E27FC236}">
                <a16:creationId xmlns:a16="http://schemas.microsoft.com/office/drawing/2014/main" id="{0F40AC86-4888-4042-A6CC-A0A694DBF456}"/>
              </a:ext>
            </a:extLst>
          </p:cNvPr>
          <p:cNvSpPr txBox="1">
            <a:spLocks noGrp="1"/>
          </p:cNvSpPr>
          <p:nvPr/>
        </p:nvSpPr>
        <p:spPr>
          <a:xfrm>
            <a:off x="5800725" y="8582025"/>
            <a:ext cx="1381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650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韵达 500–600</a:t>
            </a:r>
          </a:p>
        </p:txBody>
      </p:sp>
      <p:sp>
        <p:nvSpPr>
          <p:cNvPr id="610" name="580大件区-610">
            <a:extLst>
              <a:ext uri="{FF2B5EF4-FFF2-40B4-BE49-F238E27FC236}">
                <a16:creationId xmlns:a16="http://schemas.microsoft.com/office/drawing/2014/main" id="{E0534C5F-9D08-453A-ABBA-6E111F3C258C}"/>
              </a:ext>
            </a:extLst>
          </p:cNvPr>
          <p:cNvSpPr>
            <a:spLocks noGrp="1"/>
          </p:cNvSpPr>
          <p:nvPr/>
        </p:nvSpPr>
        <p:spPr>
          <a:xfrm>
            <a:off x="7467600" y="8467725"/>
            <a:ext cx="209550" cy="400050"/>
          </a:xfrm>
          <a:prstGeom prst="rect">
            <a:avLst/>
          </a:prstGeom>
          <a:solidFill>
            <a:srgbClr val="FFB787"/>
          </a:solidFill>
          <a:ln w="7620">
            <a:solidFill>
              <a:srgbClr val="8D765F"/>
            </a:solidFill>
          </a:ln>
        </p:spPr>
      </p:sp>
      <p:sp>
        <p:nvSpPr>
          <p:cNvPr id="611" name="580大件区-611">
            <a:extLst>
              <a:ext uri="{FF2B5EF4-FFF2-40B4-BE49-F238E27FC236}">
                <a16:creationId xmlns:a16="http://schemas.microsoft.com/office/drawing/2014/main" id="{A65BF021-5680-4120-B5A3-C3EF5F2C3EF3}"/>
              </a:ext>
            </a:extLst>
          </p:cNvPr>
          <p:cNvSpPr>
            <a:spLocks noGrp="1"/>
          </p:cNvSpPr>
          <p:nvPr/>
        </p:nvSpPr>
        <p:spPr>
          <a:xfrm>
            <a:off x="7467600" y="8963025"/>
            <a:ext cx="209550" cy="400050"/>
          </a:xfrm>
          <a:prstGeom prst="rect">
            <a:avLst/>
          </a:prstGeom>
          <a:solidFill>
            <a:srgbClr val="FFB787"/>
          </a:solidFill>
          <a:ln w="7620">
            <a:solidFill>
              <a:srgbClr val="8D765F"/>
            </a:solidFill>
          </a:ln>
        </p:spPr>
      </p:sp>
      <p:sp>
        <p:nvSpPr>
          <p:cNvPr id="612" name="580大件区-612">
            <a:extLst>
              <a:ext uri="{FF2B5EF4-FFF2-40B4-BE49-F238E27FC236}">
                <a16:creationId xmlns:a16="http://schemas.microsoft.com/office/drawing/2014/main" id="{9B8ECE08-E74D-460E-A3CA-6DE20B723B8A}"/>
              </a:ext>
            </a:extLst>
          </p:cNvPr>
          <p:cNvSpPr>
            <a:spLocks noGrp="1"/>
          </p:cNvSpPr>
          <p:nvPr/>
        </p:nvSpPr>
        <p:spPr>
          <a:xfrm>
            <a:off x="7934325" y="8467725"/>
            <a:ext cx="209550" cy="400050"/>
          </a:xfrm>
          <a:prstGeom prst="rect">
            <a:avLst/>
          </a:prstGeom>
          <a:solidFill>
            <a:srgbClr val="FFB787"/>
          </a:solidFill>
          <a:ln w="7620">
            <a:solidFill>
              <a:srgbClr val="8D765F"/>
            </a:solidFill>
          </a:ln>
        </p:spPr>
      </p:sp>
      <p:sp>
        <p:nvSpPr>
          <p:cNvPr id="613" name="580大件区-613">
            <a:extLst>
              <a:ext uri="{FF2B5EF4-FFF2-40B4-BE49-F238E27FC236}">
                <a16:creationId xmlns:a16="http://schemas.microsoft.com/office/drawing/2014/main" id="{8F51EFAC-5328-445B-B140-ADB4427F7C5B}"/>
              </a:ext>
            </a:extLst>
          </p:cNvPr>
          <p:cNvSpPr>
            <a:spLocks noGrp="1"/>
          </p:cNvSpPr>
          <p:nvPr/>
        </p:nvSpPr>
        <p:spPr>
          <a:xfrm>
            <a:off x="7934325" y="8963025"/>
            <a:ext cx="209550" cy="400050"/>
          </a:xfrm>
          <a:prstGeom prst="rect">
            <a:avLst/>
          </a:prstGeom>
          <a:solidFill>
            <a:srgbClr val="FFB787"/>
          </a:solidFill>
          <a:ln w="7620">
            <a:solidFill>
              <a:srgbClr val="8D765F"/>
            </a:solidFill>
          </a:ln>
        </p:spPr>
      </p:sp>
      <p:sp>
        <p:nvSpPr>
          <p:cNvPr id="614" name="大 件 临 时 场 地-614">
            <a:extLst>
              <a:ext uri="{FF2B5EF4-FFF2-40B4-BE49-F238E27FC236}">
                <a16:creationId xmlns:a16="http://schemas.microsoft.com/office/drawing/2014/main" id="{2B020E79-1886-4422-964F-5571A7A40BFB}"/>
              </a:ext>
            </a:extLst>
          </p:cNvPr>
          <p:cNvSpPr txBox="1">
            <a:spLocks noGrp="1"/>
          </p:cNvSpPr>
          <p:nvPr/>
        </p:nvSpPr>
        <p:spPr>
          <a:xfrm>
            <a:off x="7210425" y="8410575"/>
            <a:ext cx="238125" cy="1276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大</a:t>
            </a:r>
          </a:p>
          <a:p>
            <a:pPr algn="ctr">
              <a:lnSpc>
                <a:spcPct val="100000"/>
              </a:lnSpc>
              <a:buNone/>
              <a:def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件</a:t>
            </a:r>
          </a:p>
          <a:p>
            <a:pPr algn="ctr">
              <a:lnSpc>
                <a:spcPct val="100000"/>
              </a:lnSpc>
              <a:buNone/>
              <a:def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临</a:t>
            </a:r>
          </a:p>
          <a:p>
            <a:pPr algn="ctr">
              <a:lnSpc>
                <a:spcPct val="100000"/>
              </a:lnSpc>
              <a:buNone/>
              <a:def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时</a:t>
            </a:r>
          </a:p>
          <a:p>
            <a:pPr algn="ctr">
              <a:lnSpc>
                <a:spcPct val="100000"/>
              </a:lnSpc>
              <a:buNone/>
              <a:def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场</a:t>
            </a:r>
          </a:p>
          <a:p>
            <a:pPr algn="ctr">
              <a:lnSpc>
                <a:spcPct val="100000"/>
              </a:lnSpc>
              <a:buNone/>
              <a:def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地</a:t>
            </a:r>
          </a:p>
        </p:txBody>
      </p:sp>
      <p:sp>
        <p:nvSpPr>
          <p:cNvPr id="615" name="580-615">
            <a:extLst>
              <a:ext uri="{FF2B5EF4-FFF2-40B4-BE49-F238E27FC236}">
                <a16:creationId xmlns:a16="http://schemas.microsoft.com/office/drawing/2014/main" id="{277114DB-7D4E-4397-95C4-5D9073C2F5FB}"/>
              </a:ext>
            </a:extLst>
          </p:cNvPr>
          <p:cNvSpPr txBox="1">
            <a:spLocks noGrp="1"/>
          </p:cNvSpPr>
          <p:nvPr/>
        </p:nvSpPr>
        <p:spPr>
          <a:xfrm>
            <a:off x="7686675" y="85058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0" i="0">
                <a:solidFill>
                  <a:srgbClr val="17151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151A"/>
                </a:solidFill>
                <a:latin typeface="Arial"/>
                <a:ea typeface="Arial"/>
                <a:cs typeface="Arial"/>
              </a:rPr>
              <a:t>580</a:t>
            </a:r>
          </a:p>
        </p:txBody>
      </p:sp>
      <p:sp>
        <p:nvSpPr>
          <p:cNvPr id="616" name="580-616">
            <a:extLst>
              <a:ext uri="{FF2B5EF4-FFF2-40B4-BE49-F238E27FC236}">
                <a16:creationId xmlns:a16="http://schemas.microsoft.com/office/drawing/2014/main" id="{42FEC80B-F72A-4A62-8C0E-25A89E80515E}"/>
              </a:ext>
            </a:extLst>
          </p:cNvPr>
          <p:cNvSpPr txBox="1">
            <a:spLocks noGrp="1"/>
          </p:cNvSpPr>
          <p:nvPr/>
        </p:nvSpPr>
        <p:spPr>
          <a:xfrm>
            <a:off x="7686675" y="8820150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0" i="0">
                <a:solidFill>
                  <a:srgbClr val="17151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151A"/>
                </a:solidFill>
                <a:latin typeface="Arial"/>
                <a:ea typeface="Arial"/>
                <a:cs typeface="Arial"/>
              </a:rPr>
              <a:t>580</a:t>
            </a:r>
          </a:p>
        </p:txBody>
      </p:sp>
      <p:sp>
        <p:nvSpPr>
          <p:cNvPr id="617" name="580-617">
            <a:extLst>
              <a:ext uri="{FF2B5EF4-FFF2-40B4-BE49-F238E27FC236}">
                <a16:creationId xmlns:a16="http://schemas.microsoft.com/office/drawing/2014/main" id="{FF18A5AA-61A8-4D10-89A5-4E15DA0734E3}"/>
              </a:ext>
            </a:extLst>
          </p:cNvPr>
          <p:cNvSpPr txBox="1">
            <a:spLocks noGrp="1"/>
          </p:cNvSpPr>
          <p:nvPr/>
        </p:nvSpPr>
        <p:spPr>
          <a:xfrm>
            <a:off x="7686675" y="905827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0" i="0">
                <a:solidFill>
                  <a:srgbClr val="17151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151A"/>
                </a:solidFill>
                <a:latin typeface="Arial"/>
                <a:ea typeface="Arial"/>
                <a:cs typeface="Arial"/>
              </a:rPr>
              <a:t>580</a:t>
            </a:r>
          </a:p>
        </p:txBody>
      </p:sp>
      <p:sp>
        <p:nvSpPr>
          <p:cNvPr id="618" name="中通大件临时场地-618">
            <a:extLst>
              <a:ext uri="{FF2B5EF4-FFF2-40B4-BE49-F238E27FC236}">
                <a16:creationId xmlns:a16="http://schemas.microsoft.com/office/drawing/2014/main" id="{25951AF3-1F67-44AC-8E44-3EAED91A99A1}"/>
              </a:ext>
            </a:extLst>
          </p:cNvPr>
          <p:cNvSpPr>
            <a:spLocks noGrp="1"/>
          </p:cNvSpPr>
          <p:nvPr/>
        </p:nvSpPr>
        <p:spPr>
          <a:xfrm>
            <a:off x="9239250" y="6419850"/>
            <a:ext cx="209550" cy="409575"/>
          </a:xfrm>
          <a:prstGeom prst="rect">
            <a:avLst/>
          </a:prstGeom>
          <a:solidFill>
            <a:srgbClr val="FFB787"/>
          </a:solidFill>
          <a:ln w="7620">
            <a:solidFill>
              <a:srgbClr val="8D765F"/>
            </a:solidFill>
          </a:ln>
        </p:spPr>
      </p:sp>
      <p:sp>
        <p:nvSpPr>
          <p:cNvPr id="619" name="中通大件临时场地-619">
            <a:extLst>
              <a:ext uri="{FF2B5EF4-FFF2-40B4-BE49-F238E27FC236}">
                <a16:creationId xmlns:a16="http://schemas.microsoft.com/office/drawing/2014/main" id="{EFFA00E1-B752-484F-947D-18665B360CFE}"/>
              </a:ext>
            </a:extLst>
          </p:cNvPr>
          <p:cNvSpPr>
            <a:spLocks noGrp="1"/>
          </p:cNvSpPr>
          <p:nvPr/>
        </p:nvSpPr>
        <p:spPr>
          <a:xfrm>
            <a:off x="9239250" y="6896100"/>
            <a:ext cx="209550" cy="409575"/>
          </a:xfrm>
          <a:prstGeom prst="rect">
            <a:avLst/>
          </a:prstGeom>
          <a:solidFill>
            <a:srgbClr val="FFB787"/>
          </a:solidFill>
          <a:ln w="7620">
            <a:solidFill>
              <a:srgbClr val="8D765F"/>
            </a:solidFill>
          </a:ln>
        </p:spPr>
      </p:sp>
      <p:sp>
        <p:nvSpPr>
          <p:cNvPr id="620" name="中通大件临时场地-620">
            <a:extLst>
              <a:ext uri="{FF2B5EF4-FFF2-40B4-BE49-F238E27FC236}">
                <a16:creationId xmlns:a16="http://schemas.microsoft.com/office/drawing/2014/main" id="{F0898069-EE3D-4553-AFB3-0D5C87374BE9}"/>
              </a:ext>
            </a:extLst>
          </p:cNvPr>
          <p:cNvSpPr>
            <a:spLocks noGrp="1"/>
          </p:cNvSpPr>
          <p:nvPr/>
        </p:nvSpPr>
        <p:spPr>
          <a:xfrm>
            <a:off x="9239250" y="7372350"/>
            <a:ext cx="209550" cy="409575"/>
          </a:xfrm>
          <a:prstGeom prst="rect">
            <a:avLst/>
          </a:prstGeom>
          <a:solidFill>
            <a:srgbClr val="FFB787"/>
          </a:solidFill>
          <a:ln w="7620">
            <a:solidFill>
              <a:srgbClr val="8D765F"/>
            </a:solidFill>
          </a:ln>
        </p:spPr>
      </p:sp>
      <p:sp>
        <p:nvSpPr>
          <p:cNvPr id="621" name="中通大件临时场地-621">
            <a:extLst>
              <a:ext uri="{FF2B5EF4-FFF2-40B4-BE49-F238E27FC236}">
                <a16:creationId xmlns:a16="http://schemas.microsoft.com/office/drawing/2014/main" id="{334687F7-1B43-41C1-A32D-6015E5B90341}"/>
              </a:ext>
            </a:extLst>
          </p:cNvPr>
          <p:cNvSpPr>
            <a:spLocks noGrp="1"/>
          </p:cNvSpPr>
          <p:nvPr/>
        </p:nvSpPr>
        <p:spPr>
          <a:xfrm>
            <a:off x="9239250" y="7848600"/>
            <a:ext cx="209550" cy="409575"/>
          </a:xfrm>
          <a:prstGeom prst="rect">
            <a:avLst/>
          </a:prstGeom>
          <a:solidFill>
            <a:srgbClr val="FFB787"/>
          </a:solidFill>
          <a:ln w="7620">
            <a:solidFill>
              <a:srgbClr val="8D765F"/>
            </a:solidFill>
          </a:ln>
        </p:spPr>
      </p:sp>
      <p:sp>
        <p:nvSpPr>
          <p:cNvPr id="622" name="中通大件临时场地-622">
            <a:extLst>
              <a:ext uri="{FF2B5EF4-FFF2-40B4-BE49-F238E27FC236}">
                <a16:creationId xmlns:a16="http://schemas.microsoft.com/office/drawing/2014/main" id="{8F0AB1BE-AC63-490B-8C38-E2B485CB310E}"/>
              </a:ext>
            </a:extLst>
          </p:cNvPr>
          <p:cNvSpPr>
            <a:spLocks noGrp="1"/>
          </p:cNvSpPr>
          <p:nvPr/>
        </p:nvSpPr>
        <p:spPr>
          <a:xfrm>
            <a:off x="9563100" y="6419850"/>
            <a:ext cx="209550" cy="409575"/>
          </a:xfrm>
          <a:prstGeom prst="rect">
            <a:avLst/>
          </a:prstGeom>
          <a:solidFill>
            <a:srgbClr val="FFB787"/>
          </a:solidFill>
          <a:ln w="7620">
            <a:solidFill>
              <a:srgbClr val="8D765F"/>
            </a:solidFill>
          </a:ln>
        </p:spPr>
      </p:sp>
      <p:sp>
        <p:nvSpPr>
          <p:cNvPr id="623" name="中通大件临时场地-623">
            <a:extLst>
              <a:ext uri="{FF2B5EF4-FFF2-40B4-BE49-F238E27FC236}">
                <a16:creationId xmlns:a16="http://schemas.microsoft.com/office/drawing/2014/main" id="{C62160C5-A2CC-4C29-9761-7DC3D9BC7FCF}"/>
              </a:ext>
            </a:extLst>
          </p:cNvPr>
          <p:cNvSpPr>
            <a:spLocks noGrp="1"/>
          </p:cNvSpPr>
          <p:nvPr/>
        </p:nvSpPr>
        <p:spPr>
          <a:xfrm>
            <a:off x="9563100" y="6896100"/>
            <a:ext cx="209550" cy="409575"/>
          </a:xfrm>
          <a:prstGeom prst="rect">
            <a:avLst/>
          </a:prstGeom>
          <a:solidFill>
            <a:srgbClr val="FFB787"/>
          </a:solidFill>
          <a:ln w="7620">
            <a:solidFill>
              <a:srgbClr val="8D765F"/>
            </a:solidFill>
          </a:ln>
        </p:spPr>
      </p:sp>
      <p:sp>
        <p:nvSpPr>
          <p:cNvPr id="624" name="中通大件临时场地-624">
            <a:extLst>
              <a:ext uri="{FF2B5EF4-FFF2-40B4-BE49-F238E27FC236}">
                <a16:creationId xmlns:a16="http://schemas.microsoft.com/office/drawing/2014/main" id="{C5B2201B-D9E9-4CB9-8F54-D00B4D12477D}"/>
              </a:ext>
            </a:extLst>
          </p:cNvPr>
          <p:cNvSpPr>
            <a:spLocks noGrp="1"/>
          </p:cNvSpPr>
          <p:nvPr/>
        </p:nvSpPr>
        <p:spPr>
          <a:xfrm>
            <a:off x="9563100" y="7372350"/>
            <a:ext cx="209550" cy="409575"/>
          </a:xfrm>
          <a:prstGeom prst="rect">
            <a:avLst/>
          </a:prstGeom>
          <a:solidFill>
            <a:srgbClr val="FFB787"/>
          </a:solidFill>
          <a:ln w="7620">
            <a:solidFill>
              <a:srgbClr val="8D765F"/>
            </a:solidFill>
          </a:ln>
        </p:spPr>
      </p:sp>
      <p:sp>
        <p:nvSpPr>
          <p:cNvPr id="625" name="中通大件临时场地-625">
            <a:extLst>
              <a:ext uri="{FF2B5EF4-FFF2-40B4-BE49-F238E27FC236}">
                <a16:creationId xmlns:a16="http://schemas.microsoft.com/office/drawing/2014/main" id="{56314DCF-DF89-4DA3-9340-2208AEF927DB}"/>
              </a:ext>
            </a:extLst>
          </p:cNvPr>
          <p:cNvSpPr>
            <a:spLocks noGrp="1"/>
          </p:cNvSpPr>
          <p:nvPr/>
        </p:nvSpPr>
        <p:spPr>
          <a:xfrm>
            <a:off x="9563100" y="7848600"/>
            <a:ext cx="209550" cy="409575"/>
          </a:xfrm>
          <a:prstGeom prst="rect">
            <a:avLst/>
          </a:prstGeom>
          <a:solidFill>
            <a:srgbClr val="FFB787"/>
          </a:solidFill>
          <a:ln w="7620">
            <a:solidFill>
              <a:srgbClr val="8D765F"/>
            </a:solidFill>
          </a:ln>
        </p:spPr>
      </p:sp>
      <p:sp>
        <p:nvSpPr>
          <p:cNvPr id="626" name="中 通 大 件 临 时 场 地-626">
            <a:extLst>
              <a:ext uri="{FF2B5EF4-FFF2-40B4-BE49-F238E27FC236}">
                <a16:creationId xmlns:a16="http://schemas.microsoft.com/office/drawing/2014/main" id="{F4C18E92-594C-447A-B9F8-596735061FBC}"/>
              </a:ext>
            </a:extLst>
          </p:cNvPr>
          <p:cNvSpPr txBox="1">
            <a:spLocks noGrp="1"/>
          </p:cNvSpPr>
          <p:nvPr/>
        </p:nvSpPr>
        <p:spPr>
          <a:xfrm>
            <a:off x="8953500" y="6505575"/>
            <a:ext cx="228600" cy="175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中</a:t>
            </a:r>
          </a:p>
          <a:p>
            <a:pPr algn="ctr">
              <a:lnSpc>
                <a:spcPct val="100000"/>
              </a:lnSpc>
              <a:buNone/>
              <a:def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通</a:t>
            </a:r>
          </a:p>
          <a:p>
            <a:pPr algn="ctr">
              <a:lnSpc>
                <a:spcPct val="100000"/>
              </a:lnSpc>
              <a:buNone/>
              <a:def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大</a:t>
            </a:r>
          </a:p>
          <a:p>
            <a:pPr algn="ctr">
              <a:lnSpc>
                <a:spcPct val="100000"/>
              </a:lnSpc>
              <a:buNone/>
              <a:def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件</a:t>
            </a:r>
          </a:p>
          <a:p>
            <a:pPr algn="ctr">
              <a:lnSpc>
                <a:spcPct val="100000"/>
              </a:lnSpc>
              <a:buNone/>
              <a:def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临</a:t>
            </a:r>
          </a:p>
          <a:p>
            <a:pPr algn="ctr">
              <a:lnSpc>
                <a:spcPct val="100000"/>
              </a:lnSpc>
              <a:buNone/>
              <a:def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时</a:t>
            </a:r>
          </a:p>
          <a:p>
            <a:pPr algn="ctr">
              <a:lnSpc>
                <a:spcPct val="100000"/>
              </a:lnSpc>
              <a:buNone/>
              <a:def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场</a:t>
            </a:r>
          </a:p>
          <a:p>
            <a:pPr algn="ctr">
              <a:lnSpc>
                <a:spcPct val="100000"/>
              </a:lnSpc>
              <a:buNone/>
              <a:def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地</a:t>
            </a:r>
          </a:p>
        </p:txBody>
      </p:sp>
      <p:sp>
        <p:nvSpPr>
          <p:cNvPr id="631" name="Z0-631">
            <a:extLst>
              <a:ext uri="{FF2B5EF4-FFF2-40B4-BE49-F238E27FC236}">
                <a16:creationId xmlns:a16="http://schemas.microsoft.com/office/drawing/2014/main" id="{1A1C0C22-7165-4980-A22E-8F2A9D2B54FC}"/>
              </a:ext>
            </a:extLst>
          </p:cNvPr>
          <p:cNvSpPr txBox="1">
            <a:spLocks noGrp="1"/>
          </p:cNvSpPr>
          <p:nvPr/>
        </p:nvSpPr>
        <p:spPr>
          <a:xfrm>
            <a:off x="9801225" y="6858000"/>
            <a:ext cx="371475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 i="0">
                <a:solidFill>
                  <a:srgbClr val="17151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151A"/>
                </a:solidFill>
                <a:latin typeface="Arial"/>
                <a:ea typeface="Arial"/>
                <a:cs typeface="Arial"/>
              </a:rPr>
              <a:t>Z0</a:t>
            </a:r>
          </a:p>
        </p:txBody>
      </p:sp>
      <p:sp>
        <p:nvSpPr>
          <p:cNvPr id="632" name="Z9-632">
            <a:extLst>
              <a:ext uri="{FF2B5EF4-FFF2-40B4-BE49-F238E27FC236}">
                <a16:creationId xmlns:a16="http://schemas.microsoft.com/office/drawing/2014/main" id="{BEBFF0E2-DC52-4185-8EF0-2900DE84572C}"/>
              </a:ext>
            </a:extLst>
          </p:cNvPr>
          <p:cNvSpPr txBox="1">
            <a:spLocks noGrp="1"/>
          </p:cNvSpPr>
          <p:nvPr/>
        </p:nvSpPr>
        <p:spPr>
          <a:xfrm>
            <a:off x="9801225" y="7296150"/>
            <a:ext cx="371475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 i="0">
                <a:solidFill>
                  <a:srgbClr val="17151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151A"/>
                </a:solidFill>
                <a:latin typeface="Arial"/>
                <a:ea typeface="Arial"/>
                <a:cs typeface="Arial"/>
              </a:rPr>
              <a:t>Z9</a:t>
            </a:r>
          </a:p>
        </p:txBody>
      </p:sp>
      <p:sp>
        <p:nvSpPr>
          <p:cNvPr id="633" name="边界-633">
            <a:extLst>
              <a:ext uri="{FF2B5EF4-FFF2-40B4-BE49-F238E27FC236}">
                <a16:creationId xmlns:a16="http://schemas.microsoft.com/office/drawing/2014/main" id="{723269A6-1C7B-4BDD-A556-D607E4B3BE42}"/>
              </a:ext>
            </a:extLst>
          </p:cNvPr>
          <p:cNvSpPr>
            <a:spLocks noGrp="1"/>
          </p:cNvSpPr>
          <p:nvPr/>
        </p:nvSpPr>
        <p:spPr>
          <a:xfrm>
            <a:off x="9867900" y="7134225"/>
            <a:ext cx="0" cy="133350"/>
          </a:xfrm>
          <a:prstGeom prst="line">
            <a:avLst/>
          </a:prstGeom>
          <a:noFill/>
          <a:ln w="19050">
            <a:solidFill>
              <a:srgbClr val="17151A"/>
            </a:solidFill>
          </a:ln>
        </p:spPr>
      </p:sp>
      <p:sp>
        <p:nvSpPr>
          <p:cNvPr id="634" name="京东大件临时场地-634">
            <a:extLst>
              <a:ext uri="{FF2B5EF4-FFF2-40B4-BE49-F238E27FC236}">
                <a16:creationId xmlns:a16="http://schemas.microsoft.com/office/drawing/2014/main" id="{439F5627-AAAC-4EBB-B6D2-9549ED23F326}"/>
              </a:ext>
            </a:extLst>
          </p:cNvPr>
          <p:cNvSpPr>
            <a:spLocks noGrp="1"/>
          </p:cNvSpPr>
          <p:nvPr/>
        </p:nvSpPr>
        <p:spPr>
          <a:xfrm>
            <a:off x="12877800" y="6334125"/>
            <a:ext cx="209550" cy="400050"/>
          </a:xfrm>
          <a:prstGeom prst="rect">
            <a:avLst/>
          </a:prstGeom>
          <a:solidFill>
            <a:srgbClr val="FFB787"/>
          </a:solidFill>
          <a:ln w="7620">
            <a:solidFill>
              <a:srgbClr val="8D765F"/>
            </a:solidFill>
          </a:ln>
        </p:spPr>
      </p:sp>
      <p:sp>
        <p:nvSpPr>
          <p:cNvPr id="635" name="京东大件临时场地-635">
            <a:extLst>
              <a:ext uri="{FF2B5EF4-FFF2-40B4-BE49-F238E27FC236}">
                <a16:creationId xmlns:a16="http://schemas.microsoft.com/office/drawing/2014/main" id="{84F59A9A-25B6-4204-9A3F-D43BCC9D4B5F}"/>
              </a:ext>
            </a:extLst>
          </p:cNvPr>
          <p:cNvSpPr>
            <a:spLocks noGrp="1"/>
          </p:cNvSpPr>
          <p:nvPr/>
        </p:nvSpPr>
        <p:spPr>
          <a:xfrm>
            <a:off x="12877800" y="6800850"/>
            <a:ext cx="209550" cy="400050"/>
          </a:xfrm>
          <a:prstGeom prst="rect">
            <a:avLst/>
          </a:prstGeom>
          <a:solidFill>
            <a:srgbClr val="FFB787"/>
          </a:solidFill>
          <a:ln w="7620">
            <a:solidFill>
              <a:srgbClr val="8D765F"/>
            </a:solidFill>
          </a:ln>
        </p:spPr>
      </p:sp>
      <p:sp>
        <p:nvSpPr>
          <p:cNvPr id="636" name="京东大件临时场地-636">
            <a:extLst>
              <a:ext uri="{FF2B5EF4-FFF2-40B4-BE49-F238E27FC236}">
                <a16:creationId xmlns:a16="http://schemas.microsoft.com/office/drawing/2014/main" id="{C435E811-69C8-4240-ABC2-3B31F97D9BD5}"/>
              </a:ext>
            </a:extLst>
          </p:cNvPr>
          <p:cNvSpPr>
            <a:spLocks noGrp="1"/>
          </p:cNvSpPr>
          <p:nvPr/>
        </p:nvSpPr>
        <p:spPr>
          <a:xfrm>
            <a:off x="12877800" y="7267575"/>
            <a:ext cx="209550" cy="400050"/>
          </a:xfrm>
          <a:prstGeom prst="rect">
            <a:avLst/>
          </a:prstGeom>
          <a:solidFill>
            <a:srgbClr val="FFB787"/>
          </a:solidFill>
          <a:ln w="7620">
            <a:solidFill>
              <a:srgbClr val="8D765F"/>
            </a:solidFill>
          </a:ln>
        </p:spPr>
      </p:sp>
      <p:sp>
        <p:nvSpPr>
          <p:cNvPr id="637" name="京东大件临时场地-637">
            <a:extLst>
              <a:ext uri="{FF2B5EF4-FFF2-40B4-BE49-F238E27FC236}">
                <a16:creationId xmlns:a16="http://schemas.microsoft.com/office/drawing/2014/main" id="{1CFF5B6C-19CF-4D37-A3DF-7BE26F51C99D}"/>
              </a:ext>
            </a:extLst>
          </p:cNvPr>
          <p:cNvSpPr>
            <a:spLocks noGrp="1"/>
          </p:cNvSpPr>
          <p:nvPr/>
        </p:nvSpPr>
        <p:spPr>
          <a:xfrm>
            <a:off x="12877800" y="7734300"/>
            <a:ext cx="209550" cy="400050"/>
          </a:xfrm>
          <a:prstGeom prst="rect">
            <a:avLst/>
          </a:prstGeom>
          <a:solidFill>
            <a:srgbClr val="FFB787"/>
          </a:solidFill>
          <a:ln w="7620">
            <a:solidFill>
              <a:srgbClr val="8D765F"/>
            </a:solidFill>
          </a:ln>
        </p:spPr>
      </p:sp>
      <p:sp>
        <p:nvSpPr>
          <p:cNvPr id="638" name="京东大件临时场地-638">
            <a:extLst>
              <a:ext uri="{FF2B5EF4-FFF2-40B4-BE49-F238E27FC236}">
                <a16:creationId xmlns:a16="http://schemas.microsoft.com/office/drawing/2014/main" id="{7E8C4D7A-74B6-4B87-989B-189E56E327EF}"/>
              </a:ext>
            </a:extLst>
          </p:cNvPr>
          <p:cNvSpPr>
            <a:spLocks noGrp="1"/>
          </p:cNvSpPr>
          <p:nvPr/>
        </p:nvSpPr>
        <p:spPr>
          <a:xfrm>
            <a:off x="13163550" y="6334125"/>
            <a:ext cx="209550" cy="400050"/>
          </a:xfrm>
          <a:prstGeom prst="rect">
            <a:avLst/>
          </a:prstGeom>
          <a:solidFill>
            <a:srgbClr val="FFB787"/>
          </a:solidFill>
          <a:ln w="7620">
            <a:solidFill>
              <a:srgbClr val="8D765F"/>
            </a:solidFill>
          </a:ln>
        </p:spPr>
      </p:sp>
      <p:sp>
        <p:nvSpPr>
          <p:cNvPr id="639" name="京东大件临时场地-639">
            <a:extLst>
              <a:ext uri="{FF2B5EF4-FFF2-40B4-BE49-F238E27FC236}">
                <a16:creationId xmlns:a16="http://schemas.microsoft.com/office/drawing/2014/main" id="{4E859A43-A7EB-422B-AF31-CF2379E4CB34}"/>
              </a:ext>
            </a:extLst>
          </p:cNvPr>
          <p:cNvSpPr>
            <a:spLocks noGrp="1"/>
          </p:cNvSpPr>
          <p:nvPr/>
        </p:nvSpPr>
        <p:spPr>
          <a:xfrm>
            <a:off x="13163550" y="6800850"/>
            <a:ext cx="209550" cy="400050"/>
          </a:xfrm>
          <a:prstGeom prst="rect">
            <a:avLst/>
          </a:prstGeom>
          <a:solidFill>
            <a:srgbClr val="FFB787"/>
          </a:solidFill>
          <a:ln w="7620">
            <a:solidFill>
              <a:srgbClr val="8D765F"/>
            </a:solidFill>
          </a:ln>
        </p:spPr>
      </p:sp>
      <p:sp>
        <p:nvSpPr>
          <p:cNvPr id="640" name="京东大件临时场地-640">
            <a:extLst>
              <a:ext uri="{FF2B5EF4-FFF2-40B4-BE49-F238E27FC236}">
                <a16:creationId xmlns:a16="http://schemas.microsoft.com/office/drawing/2014/main" id="{96013125-9C90-49A7-85E3-E83E6BF49926}"/>
              </a:ext>
            </a:extLst>
          </p:cNvPr>
          <p:cNvSpPr>
            <a:spLocks noGrp="1"/>
          </p:cNvSpPr>
          <p:nvPr/>
        </p:nvSpPr>
        <p:spPr>
          <a:xfrm>
            <a:off x="13163550" y="7267575"/>
            <a:ext cx="209550" cy="400050"/>
          </a:xfrm>
          <a:prstGeom prst="rect">
            <a:avLst/>
          </a:prstGeom>
          <a:solidFill>
            <a:srgbClr val="FFB787"/>
          </a:solidFill>
          <a:ln w="7620">
            <a:solidFill>
              <a:srgbClr val="8D765F"/>
            </a:solidFill>
          </a:ln>
        </p:spPr>
      </p:sp>
      <p:sp>
        <p:nvSpPr>
          <p:cNvPr id="641" name="京东大件临时场地-641">
            <a:extLst>
              <a:ext uri="{FF2B5EF4-FFF2-40B4-BE49-F238E27FC236}">
                <a16:creationId xmlns:a16="http://schemas.microsoft.com/office/drawing/2014/main" id="{6305FFDB-2294-42D8-8076-24012E5B7E9A}"/>
              </a:ext>
            </a:extLst>
          </p:cNvPr>
          <p:cNvSpPr>
            <a:spLocks noGrp="1"/>
          </p:cNvSpPr>
          <p:nvPr/>
        </p:nvSpPr>
        <p:spPr>
          <a:xfrm>
            <a:off x="13163550" y="7734300"/>
            <a:ext cx="209550" cy="400050"/>
          </a:xfrm>
          <a:prstGeom prst="rect">
            <a:avLst/>
          </a:prstGeom>
          <a:solidFill>
            <a:srgbClr val="FFB787"/>
          </a:solidFill>
          <a:ln w="7620">
            <a:solidFill>
              <a:srgbClr val="8D765F"/>
            </a:solidFill>
          </a:ln>
        </p:spPr>
      </p:sp>
      <p:sp>
        <p:nvSpPr>
          <p:cNvPr id="642" name="顺丰大件临时场地-642">
            <a:extLst>
              <a:ext uri="{FF2B5EF4-FFF2-40B4-BE49-F238E27FC236}">
                <a16:creationId xmlns:a16="http://schemas.microsoft.com/office/drawing/2014/main" id="{99D8B6B3-6EA3-4844-BDBF-E049F128F7D0}"/>
              </a:ext>
            </a:extLst>
          </p:cNvPr>
          <p:cNvSpPr>
            <a:spLocks noGrp="1"/>
          </p:cNvSpPr>
          <p:nvPr/>
        </p:nvSpPr>
        <p:spPr>
          <a:xfrm>
            <a:off x="13763625" y="6334125"/>
            <a:ext cx="209550" cy="400050"/>
          </a:xfrm>
          <a:prstGeom prst="rect">
            <a:avLst/>
          </a:prstGeom>
          <a:solidFill>
            <a:srgbClr val="FFB787"/>
          </a:solidFill>
          <a:ln w="7620">
            <a:solidFill>
              <a:srgbClr val="8D765F"/>
            </a:solidFill>
          </a:ln>
        </p:spPr>
      </p:sp>
      <p:sp>
        <p:nvSpPr>
          <p:cNvPr id="643" name="顺丰大件临时场地-643">
            <a:extLst>
              <a:ext uri="{FF2B5EF4-FFF2-40B4-BE49-F238E27FC236}">
                <a16:creationId xmlns:a16="http://schemas.microsoft.com/office/drawing/2014/main" id="{6A3C4D8E-4CBE-494A-B3A3-7E5438399DBC}"/>
              </a:ext>
            </a:extLst>
          </p:cNvPr>
          <p:cNvSpPr>
            <a:spLocks noGrp="1"/>
          </p:cNvSpPr>
          <p:nvPr/>
        </p:nvSpPr>
        <p:spPr>
          <a:xfrm>
            <a:off x="13763625" y="6800850"/>
            <a:ext cx="209550" cy="400050"/>
          </a:xfrm>
          <a:prstGeom prst="rect">
            <a:avLst/>
          </a:prstGeom>
          <a:solidFill>
            <a:srgbClr val="FFB787"/>
          </a:solidFill>
          <a:ln w="7620">
            <a:solidFill>
              <a:srgbClr val="8D765F"/>
            </a:solidFill>
          </a:ln>
        </p:spPr>
      </p:sp>
      <p:sp>
        <p:nvSpPr>
          <p:cNvPr id="644" name="顺丰大件临时场地-644">
            <a:extLst>
              <a:ext uri="{FF2B5EF4-FFF2-40B4-BE49-F238E27FC236}">
                <a16:creationId xmlns:a16="http://schemas.microsoft.com/office/drawing/2014/main" id="{2DF7F601-43DC-4630-A28E-6FF3A195475D}"/>
              </a:ext>
            </a:extLst>
          </p:cNvPr>
          <p:cNvSpPr>
            <a:spLocks noGrp="1"/>
          </p:cNvSpPr>
          <p:nvPr/>
        </p:nvSpPr>
        <p:spPr>
          <a:xfrm>
            <a:off x="13763625" y="7267575"/>
            <a:ext cx="209550" cy="400050"/>
          </a:xfrm>
          <a:prstGeom prst="rect">
            <a:avLst/>
          </a:prstGeom>
          <a:solidFill>
            <a:srgbClr val="FFB787"/>
          </a:solidFill>
          <a:ln w="7620">
            <a:solidFill>
              <a:srgbClr val="8D765F"/>
            </a:solidFill>
          </a:ln>
        </p:spPr>
      </p:sp>
      <p:sp>
        <p:nvSpPr>
          <p:cNvPr id="645" name="顺丰大件临时场地-645">
            <a:extLst>
              <a:ext uri="{FF2B5EF4-FFF2-40B4-BE49-F238E27FC236}">
                <a16:creationId xmlns:a16="http://schemas.microsoft.com/office/drawing/2014/main" id="{365E4C61-257C-4456-8F9F-86B64ABDD55F}"/>
              </a:ext>
            </a:extLst>
          </p:cNvPr>
          <p:cNvSpPr>
            <a:spLocks noGrp="1"/>
          </p:cNvSpPr>
          <p:nvPr/>
        </p:nvSpPr>
        <p:spPr>
          <a:xfrm>
            <a:off x="13763625" y="7734300"/>
            <a:ext cx="209550" cy="400050"/>
          </a:xfrm>
          <a:prstGeom prst="rect">
            <a:avLst/>
          </a:prstGeom>
          <a:solidFill>
            <a:srgbClr val="FFB787"/>
          </a:solidFill>
          <a:ln w="7620">
            <a:solidFill>
              <a:srgbClr val="8D765F"/>
            </a:solidFill>
          </a:ln>
        </p:spPr>
      </p:sp>
      <p:sp>
        <p:nvSpPr>
          <p:cNvPr id="646" name="顺丰大件临时场地-646">
            <a:extLst>
              <a:ext uri="{FF2B5EF4-FFF2-40B4-BE49-F238E27FC236}">
                <a16:creationId xmlns:a16="http://schemas.microsoft.com/office/drawing/2014/main" id="{FB5E446F-250C-4824-8106-B246491B6AEA}"/>
              </a:ext>
            </a:extLst>
          </p:cNvPr>
          <p:cNvSpPr>
            <a:spLocks noGrp="1"/>
          </p:cNvSpPr>
          <p:nvPr/>
        </p:nvSpPr>
        <p:spPr>
          <a:xfrm>
            <a:off x="14097000" y="6334125"/>
            <a:ext cx="209550" cy="400050"/>
          </a:xfrm>
          <a:prstGeom prst="rect">
            <a:avLst/>
          </a:prstGeom>
          <a:solidFill>
            <a:srgbClr val="FFB787"/>
          </a:solidFill>
          <a:ln w="7620">
            <a:solidFill>
              <a:srgbClr val="8D765F"/>
            </a:solidFill>
          </a:ln>
        </p:spPr>
      </p:sp>
      <p:sp>
        <p:nvSpPr>
          <p:cNvPr id="647" name="顺丰大件临时场地-647">
            <a:extLst>
              <a:ext uri="{FF2B5EF4-FFF2-40B4-BE49-F238E27FC236}">
                <a16:creationId xmlns:a16="http://schemas.microsoft.com/office/drawing/2014/main" id="{CF12DA41-2B8E-45EA-BE33-900AD76CB757}"/>
              </a:ext>
            </a:extLst>
          </p:cNvPr>
          <p:cNvSpPr>
            <a:spLocks noGrp="1"/>
          </p:cNvSpPr>
          <p:nvPr/>
        </p:nvSpPr>
        <p:spPr>
          <a:xfrm>
            <a:off x="14097000" y="6800850"/>
            <a:ext cx="209550" cy="400050"/>
          </a:xfrm>
          <a:prstGeom prst="rect">
            <a:avLst/>
          </a:prstGeom>
          <a:solidFill>
            <a:srgbClr val="FFB787"/>
          </a:solidFill>
          <a:ln w="7620">
            <a:solidFill>
              <a:srgbClr val="8D765F"/>
            </a:solidFill>
          </a:ln>
        </p:spPr>
      </p:sp>
      <p:sp>
        <p:nvSpPr>
          <p:cNvPr id="648" name="顺丰大件临时场地-648">
            <a:extLst>
              <a:ext uri="{FF2B5EF4-FFF2-40B4-BE49-F238E27FC236}">
                <a16:creationId xmlns:a16="http://schemas.microsoft.com/office/drawing/2014/main" id="{7BE08E6C-0739-4228-AD8D-5E5462C023E1}"/>
              </a:ext>
            </a:extLst>
          </p:cNvPr>
          <p:cNvSpPr>
            <a:spLocks noGrp="1"/>
          </p:cNvSpPr>
          <p:nvPr/>
        </p:nvSpPr>
        <p:spPr>
          <a:xfrm>
            <a:off x="14097000" y="7267575"/>
            <a:ext cx="209550" cy="400050"/>
          </a:xfrm>
          <a:prstGeom prst="rect">
            <a:avLst/>
          </a:prstGeom>
          <a:solidFill>
            <a:srgbClr val="FFB787"/>
          </a:solidFill>
          <a:ln w="7620">
            <a:solidFill>
              <a:srgbClr val="8D765F"/>
            </a:solidFill>
          </a:ln>
        </p:spPr>
      </p:sp>
      <p:sp>
        <p:nvSpPr>
          <p:cNvPr id="649" name="顺丰大件临时场地-649">
            <a:extLst>
              <a:ext uri="{FF2B5EF4-FFF2-40B4-BE49-F238E27FC236}">
                <a16:creationId xmlns:a16="http://schemas.microsoft.com/office/drawing/2014/main" id="{8378B359-4CCC-4CD6-8BC8-166D533C231D}"/>
              </a:ext>
            </a:extLst>
          </p:cNvPr>
          <p:cNvSpPr>
            <a:spLocks noGrp="1"/>
          </p:cNvSpPr>
          <p:nvPr/>
        </p:nvSpPr>
        <p:spPr>
          <a:xfrm>
            <a:off x="14097000" y="7734300"/>
            <a:ext cx="209550" cy="400050"/>
          </a:xfrm>
          <a:prstGeom prst="rect">
            <a:avLst/>
          </a:prstGeom>
          <a:solidFill>
            <a:srgbClr val="FFB787"/>
          </a:solidFill>
          <a:ln w="7620">
            <a:solidFill>
              <a:srgbClr val="8D765F"/>
            </a:solidFill>
          </a:ln>
        </p:spPr>
      </p:sp>
      <p:sp>
        <p:nvSpPr>
          <p:cNvPr id="650" name="京 东 大 件 临 时 场 地-650">
            <a:extLst>
              <a:ext uri="{FF2B5EF4-FFF2-40B4-BE49-F238E27FC236}">
                <a16:creationId xmlns:a16="http://schemas.microsoft.com/office/drawing/2014/main" id="{743B8D24-416F-4AA9-9496-F65312D4DE23}"/>
              </a:ext>
            </a:extLst>
          </p:cNvPr>
          <p:cNvSpPr txBox="1">
            <a:spLocks noGrp="1"/>
          </p:cNvSpPr>
          <p:nvPr/>
        </p:nvSpPr>
        <p:spPr>
          <a:xfrm>
            <a:off x="12611100" y="6362700"/>
            <a:ext cx="238125" cy="1762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京</a:t>
            </a:r>
          </a:p>
          <a:p>
            <a:pPr algn="ctr">
              <a:lnSpc>
                <a:spcPct val="100000"/>
              </a:lnSpc>
              <a:buNone/>
              <a:def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东</a:t>
            </a:r>
          </a:p>
          <a:p>
            <a:pPr algn="ctr">
              <a:lnSpc>
                <a:spcPct val="100000"/>
              </a:lnSpc>
              <a:buNone/>
              <a:def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大</a:t>
            </a:r>
          </a:p>
          <a:p>
            <a:pPr algn="ctr">
              <a:lnSpc>
                <a:spcPct val="100000"/>
              </a:lnSpc>
              <a:buNone/>
              <a:def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件</a:t>
            </a:r>
          </a:p>
          <a:p>
            <a:pPr algn="ctr">
              <a:lnSpc>
                <a:spcPct val="100000"/>
              </a:lnSpc>
              <a:buNone/>
              <a:def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临</a:t>
            </a:r>
          </a:p>
          <a:p>
            <a:pPr algn="ctr">
              <a:lnSpc>
                <a:spcPct val="100000"/>
              </a:lnSpc>
              <a:buNone/>
              <a:def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时</a:t>
            </a:r>
          </a:p>
          <a:p>
            <a:pPr algn="ctr">
              <a:lnSpc>
                <a:spcPct val="100000"/>
              </a:lnSpc>
              <a:buNone/>
              <a:def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场</a:t>
            </a:r>
          </a:p>
          <a:p>
            <a:pPr algn="ctr">
              <a:lnSpc>
                <a:spcPct val="100000"/>
              </a:lnSpc>
              <a:buNone/>
              <a:def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地</a:t>
            </a:r>
          </a:p>
        </p:txBody>
      </p:sp>
      <p:sp>
        <p:nvSpPr>
          <p:cNvPr id="651" name="顺 丰 大 件 临 时 场 地-651">
            <a:extLst>
              <a:ext uri="{FF2B5EF4-FFF2-40B4-BE49-F238E27FC236}">
                <a16:creationId xmlns:a16="http://schemas.microsoft.com/office/drawing/2014/main" id="{C8930848-9F71-4F18-8E0B-7CF7EB523BD2}"/>
              </a:ext>
            </a:extLst>
          </p:cNvPr>
          <p:cNvSpPr txBox="1">
            <a:spLocks noGrp="1"/>
          </p:cNvSpPr>
          <p:nvPr/>
        </p:nvSpPr>
        <p:spPr>
          <a:xfrm>
            <a:off x="13535025" y="6362700"/>
            <a:ext cx="238125" cy="1762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顺</a:t>
            </a:r>
          </a:p>
          <a:p>
            <a:pPr algn="ctr">
              <a:lnSpc>
                <a:spcPct val="100000"/>
              </a:lnSpc>
              <a:buNone/>
              <a:def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丰</a:t>
            </a:r>
          </a:p>
          <a:p>
            <a:pPr algn="ctr">
              <a:lnSpc>
                <a:spcPct val="100000"/>
              </a:lnSpc>
              <a:buNone/>
              <a:def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大</a:t>
            </a:r>
          </a:p>
          <a:p>
            <a:pPr algn="ctr">
              <a:lnSpc>
                <a:spcPct val="100000"/>
              </a:lnSpc>
              <a:buNone/>
              <a:def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件</a:t>
            </a:r>
          </a:p>
          <a:p>
            <a:pPr algn="ctr">
              <a:lnSpc>
                <a:spcPct val="100000"/>
              </a:lnSpc>
              <a:buNone/>
              <a:def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临</a:t>
            </a:r>
          </a:p>
          <a:p>
            <a:pPr algn="ctr">
              <a:lnSpc>
                <a:spcPct val="100000"/>
              </a:lnSpc>
              <a:buNone/>
              <a:def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时</a:t>
            </a:r>
          </a:p>
          <a:p>
            <a:pPr algn="ctr">
              <a:lnSpc>
                <a:spcPct val="100000"/>
              </a:lnSpc>
              <a:buNone/>
              <a:def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场</a:t>
            </a:r>
          </a:p>
          <a:p>
            <a:pPr algn="ctr">
              <a:lnSpc>
                <a:spcPct val="100000"/>
              </a:lnSpc>
              <a:buNone/>
              <a:def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地</a:t>
            </a:r>
          </a:p>
        </p:txBody>
      </p:sp>
      <p:sp>
        <p:nvSpPr>
          <p:cNvPr id="652" name="拆件区-652">
            <a:extLst>
              <a:ext uri="{FF2B5EF4-FFF2-40B4-BE49-F238E27FC236}">
                <a16:creationId xmlns:a16="http://schemas.microsoft.com/office/drawing/2014/main" id="{74775736-3F30-4B53-87A1-3E445834777B}"/>
              </a:ext>
            </a:extLst>
          </p:cNvPr>
          <p:cNvSpPr>
            <a:spLocks noGrp="1"/>
          </p:cNvSpPr>
          <p:nvPr/>
        </p:nvSpPr>
        <p:spPr>
          <a:xfrm>
            <a:off x="14820900" y="7077075"/>
            <a:ext cx="200025" cy="781050"/>
          </a:xfrm>
          <a:prstGeom prst="rect">
            <a:avLst/>
          </a:prstGeom>
          <a:solidFill>
            <a:srgbClr val="08713C"/>
          </a:solidFill>
          <a:ln w="0">
            <a:noFill/>
          </a:ln>
        </p:spPr>
      </p:sp>
      <p:sp>
        <p:nvSpPr>
          <p:cNvPr id="653" name="拆 件 区-653">
            <a:extLst>
              <a:ext uri="{FF2B5EF4-FFF2-40B4-BE49-F238E27FC236}">
                <a16:creationId xmlns:a16="http://schemas.microsoft.com/office/drawing/2014/main" id="{57CF4B8E-1511-41F1-8AE4-45092FF85F67}"/>
              </a:ext>
            </a:extLst>
          </p:cNvPr>
          <p:cNvSpPr txBox="1">
            <a:spLocks noGrp="1"/>
          </p:cNvSpPr>
          <p:nvPr/>
        </p:nvSpPr>
        <p:spPr>
          <a:xfrm>
            <a:off x="14601825" y="7181850"/>
            <a:ext cx="2286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拆</a:t>
            </a:r>
          </a:p>
          <a:p>
            <a:pPr algn="ctr">
              <a:lnSpc>
                <a:spcPct val="100000"/>
              </a:lnSpc>
              <a:buNone/>
              <a:def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件</a:t>
            </a:r>
          </a:p>
          <a:p>
            <a:pPr algn="ctr">
              <a:lnSpc>
                <a:spcPct val="100000"/>
              </a:lnSpc>
              <a:buNone/>
              <a:def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区</a:t>
            </a:r>
          </a:p>
        </p:txBody>
      </p:sp>
      <p:sp>
        <p:nvSpPr>
          <p:cNvPr id="654" name="出入口-654">
            <a:extLst>
              <a:ext uri="{FF2B5EF4-FFF2-40B4-BE49-F238E27FC236}">
                <a16:creationId xmlns:a16="http://schemas.microsoft.com/office/drawing/2014/main" id="{88B1DA30-F1EB-43D3-B454-42D240FEE5F3}"/>
              </a:ext>
            </a:extLst>
          </p:cNvPr>
          <p:cNvSpPr txBox="1">
            <a:spLocks noGrp="1"/>
          </p:cNvSpPr>
          <p:nvPr/>
        </p:nvSpPr>
        <p:spPr>
          <a:xfrm rot="0">
            <a:off x="14373225" y="6467475"/>
            <a:ext cx="83820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0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1950" b="0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出入口</a:t>
            </a:r>
          </a:p>
        </p:txBody>
      </p:sp>
      <p:sp>
        <p:nvSpPr>
          <p:cNvPr id="655" name="广场-655">
            <a:extLst>
              <a:ext uri="{FF2B5EF4-FFF2-40B4-BE49-F238E27FC236}">
                <a16:creationId xmlns:a16="http://schemas.microsoft.com/office/drawing/2014/main" id="{2763CB03-56D8-4A04-A755-D9E410D4D5B7}"/>
              </a:ext>
            </a:extLst>
          </p:cNvPr>
          <p:cNvSpPr txBox="1">
            <a:spLocks noGrp="1"/>
          </p:cNvSpPr>
          <p:nvPr/>
        </p:nvSpPr>
        <p:spPr>
          <a:xfrm>
            <a:off x="10410825" y="7848600"/>
            <a:ext cx="1381125" cy="857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875" b="0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4875" b="0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广场</a:t>
            </a:r>
          </a:p>
        </p:txBody>
      </p:sp>
      <p:sp>
        <p:nvSpPr>
          <p:cNvPr id="656" name="快递中心取件示意图-656">
            <a:extLst>
              <a:ext uri="{FF2B5EF4-FFF2-40B4-BE49-F238E27FC236}">
                <a16:creationId xmlns:a16="http://schemas.microsoft.com/office/drawing/2014/main" id="{AD9891EF-4558-48E4-98F8-6FF0671B735A}"/>
              </a:ext>
            </a:extLst>
          </p:cNvPr>
          <p:cNvSpPr txBox="1">
            <a:spLocks noGrp="1"/>
          </p:cNvSpPr>
          <p:nvPr/>
        </p:nvSpPr>
        <p:spPr>
          <a:xfrm>
            <a:off x="5638800" y="9753600"/>
            <a:ext cx="5019675" cy="647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3600" b="1" i="0">
                <a:solidFill>
                  <a:srgbClr val="103B20"/>
                </a:solidFill>
                <a:latin typeface="Heiti TC"/>
                <a:ea typeface="Heiti TC"/>
                <a:cs typeface="Heiti TC"/>
              </a:defRPr>
            </a:pPr>
            <a:r>
              <a:rPr sz="3600" b="1" i="0">
                <a:solidFill>
                  <a:srgbClr val="103B20"/>
                </a:solidFill>
                <a:latin typeface="Heiti TC"/>
                <a:ea typeface="Heiti TC"/>
                <a:cs typeface="Heiti TC"/>
              </a:rPr>
              <a:t>快递中心取件示意图</a:t>
            </a:r>
          </a:p>
        </p:txBody>
      </p:sp>
      <p:sp>
        <p:nvSpPr>
          <p:cNvPr id="657" name="南侧围栏-657">
            <a:extLst>
              <a:ext uri="{FF2B5EF4-FFF2-40B4-BE49-F238E27FC236}">
                <a16:creationId xmlns:a16="http://schemas.microsoft.com/office/drawing/2014/main" id="{4AEBDBE0-ED5D-431C-8C7A-1DD5AFC47D17}"/>
              </a:ext>
            </a:extLst>
          </p:cNvPr>
          <p:cNvSpPr>
            <a:spLocks noGrp="1"/>
          </p:cNvSpPr>
          <p:nvPr/>
        </p:nvSpPr>
        <p:spPr>
          <a:xfrm>
            <a:off x="2105025" y="10639425"/>
            <a:ext cx="5181600" cy="0"/>
          </a:xfrm>
          <a:prstGeom prst="line">
            <a:avLst/>
          </a:prstGeom>
          <a:noFill/>
          <a:ln w="38100">
            <a:solidFill>
              <a:srgbClr val="B7B7B7"/>
            </a:solidFill>
          </a:ln>
        </p:spPr>
      </p:sp>
      <p:sp>
        <p:nvSpPr>
          <p:cNvPr id="658" name="南侧围栏-658">
            <a:extLst>
              <a:ext uri="{FF2B5EF4-FFF2-40B4-BE49-F238E27FC236}">
                <a16:creationId xmlns:a16="http://schemas.microsoft.com/office/drawing/2014/main" id="{18579F49-EAF1-48AF-826E-729E781944D7}"/>
              </a:ext>
            </a:extLst>
          </p:cNvPr>
          <p:cNvSpPr>
            <a:spLocks noGrp="1"/>
          </p:cNvSpPr>
          <p:nvPr/>
        </p:nvSpPr>
        <p:spPr>
          <a:xfrm>
            <a:off x="8696325" y="10506075"/>
            <a:ext cx="4895850" cy="0"/>
          </a:xfrm>
          <a:prstGeom prst="line">
            <a:avLst/>
          </a:prstGeom>
          <a:noFill/>
          <a:ln w="38100">
            <a:solidFill>
              <a:srgbClr val="B7B7B7"/>
            </a:solidFill>
          </a:ln>
        </p:spPr>
      </p:sp>
      <p:sp>
        <p:nvSpPr>
          <p:cNvPr id="659" name="出入口-659">
            <a:extLst>
              <a:ext uri="{FF2B5EF4-FFF2-40B4-BE49-F238E27FC236}">
                <a16:creationId xmlns:a16="http://schemas.microsoft.com/office/drawing/2014/main" id="{64CC0B3E-2C07-46A1-9235-32A4CD899709}"/>
              </a:ext>
            </a:extLst>
          </p:cNvPr>
          <p:cNvSpPr txBox="1">
            <a:spLocks noGrp="1"/>
          </p:cNvSpPr>
          <p:nvPr/>
        </p:nvSpPr>
        <p:spPr>
          <a:xfrm rot="0">
            <a:off x="542925" y="10315575"/>
            <a:ext cx="1514475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3600" b="0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3600" b="0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出入口</a:t>
            </a:r>
          </a:p>
        </p:txBody>
      </p:sp>
      <p:sp>
        <p:nvSpPr>
          <p:cNvPr id="660" name="出入口-660">
            <a:extLst>
              <a:ext uri="{FF2B5EF4-FFF2-40B4-BE49-F238E27FC236}">
                <a16:creationId xmlns:a16="http://schemas.microsoft.com/office/drawing/2014/main" id="{1BB93214-B18A-4E6C-9C8F-09DA276678D9}"/>
              </a:ext>
            </a:extLst>
          </p:cNvPr>
          <p:cNvSpPr txBox="1">
            <a:spLocks noGrp="1"/>
          </p:cNvSpPr>
          <p:nvPr/>
        </p:nvSpPr>
        <p:spPr>
          <a:xfrm rot="0">
            <a:off x="7286625" y="10296525"/>
            <a:ext cx="146685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3600" b="0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3600" b="0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出入口</a:t>
            </a:r>
          </a:p>
        </p:txBody>
      </p:sp>
      <p:sp>
        <p:nvSpPr>
          <p:cNvPr id="661" name="出入口-661">
            <a:extLst>
              <a:ext uri="{FF2B5EF4-FFF2-40B4-BE49-F238E27FC236}">
                <a16:creationId xmlns:a16="http://schemas.microsoft.com/office/drawing/2014/main" id="{167280E0-F6E6-4744-B6E6-AAE592747362}"/>
              </a:ext>
            </a:extLst>
          </p:cNvPr>
          <p:cNvSpPr txBox="1">
            <a:spLocks noGrp="1"/>
          </p:cNvSpPr>
          <p:nvPr/>
        </p:nvSpPr>
        <p:spPr>
          <a:xfrm rot="0">
            <a:off x="13649325" y="10144125"/>
            <a:ext cx="1466850" cy="695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3600" b="0" i="0">
                <a:solidFill>
                  <a:srgbClr val="17151A"/>
                </a:solidFill>
                <a:latin typeface="Songti SC"/>
                <a:ea typeface="Songti SC"/>
                <a:cs typeface="Songti SC"/>
              </a:defRPr>
            </a:pPr>
            <a:r>
              <a:rPr sz="3600" b="0" i="0">
                <a:solidFill>
                  <a:srgbClr val="17151A"/>
                </a:solidFill>
                <a:latin typeface="Songti SC"/>
                <a:ea typeface="Songti SC"/>
                <a:cs typeface="Songti SC"/>
              </a:rPr>
              <a:t>出入口</a:t>
            </a:r>
          </a:p>
        </p:txBody>
      </p:sp>
      <p:sp>
        <p:nvSpPr>
          <p:cNvPr id="663" name="100-2-17">
            <a:extLst>
              <a:ext uri="{FF2B5EF4-FFF2-40B4-BE49-F238E27FC236}">
                <a16:creationId xmlns:a16="http://schemas.microsoft.com/office/drawing/2014/main" id="{B3EA11EE-528C-E226-2714-D6B2FCCA9F2A}"/>
              </a:ext>
            </a:extLst>
          </p:cNvPr>
          <p:cNvSpPr>
            <a:spLocks noGrp="1"/>
          </p:cNvSpPr>
          <p:nvPr/>
        </p:nvSpPr>
        <p:spPr>
          <a:xfrm>
            <a:off x="2574018" y="3085386"/>
            <a:ext cx="1171575" cy="219075"/>
          </a:xfrm>
          <a:prstGeom prst="rect">
            <a:avLst/>
          </a:prstGeom>
          <a:solidFill>
            <a:srgbClr val="FFB5A5"/>
          </a:solidFill>
          <a:ln w="7620">
            <a:solidFill>
              <a:srgbClr val="837274"/>
            </a:solidFill>
          </a:ln>
        </p:spPr>
      </p:sp>
      <p:sp>
        <p:nvSpPr>
          <p:cNvPr id="20" name="100-3-20">
            <a:extLst>
              <a:ext uri="{FF2B5EF4-FFF2-40B4-BE49-F238E27FC236}">
                <a16:creationId xmlns:a16="http://schemas.microsoft.com/office/drawing/2014/main" id="{96966FC4-8DA4-4D4E-9205-FDE1D8F695CC}"/>
              </a:ext>
            </a:extLst>
          </p:cNvPr>
          <p:cNvSpPr txBox="1">
            <a:spLocks noGrp="1"/>
          </p:cNvSpPr>
          <p:nvPr/>
        </p:nvSpPr>
        <p:spPr>
          <a:xfrm rot="0">
            <a:off x="2574036" y="3085433"/>
            <a:ext cx="1171575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 i="0">
                <a:solidFill>
                  <a:srgbClr val="1B3A5C"/>
                </a:solidFill>
                <a:latin typeface="Arial"/>
                <a:ea typeface="Arial"/>
                <a:cs typeface="Arial"/>
              </a:defRPr>
            </a:pPr>
            <a:r>
              <a:rPr sz="1500" b="0" i="0" dirty="0">
                <a:solidFill>
                  <a:srgbClr val="1B3A5C"/>
                </a:solidFill>
                <a:latin typeface="Arial"/>
                <a:ea typeface="Arial"/>
                <a:cs typeface="Arial"/>
              </a:rPr>
              <a:t>100-3</a:t>
            </a:r>
          </a:p>
        </p:txBody>
      </p:sp>
      <p:pic>
        <p:nvPicPr>
          <p:cNvPr id="664" name="图片 663" descr="圆通速递新标志亮相：新图标更加简洁 开启“二次创业” - 最新消息 - cnBeta.COM">
            <a:extLst>
              <a:ext uri="{FF2B5EF4-FFF2-40B4-BE49-F238E27FC236}">
                <a16:creationId xmlns:a16="http://schemas.microsoft.com/office/drawing/2014/main" id="{D5864318-E074-645D-4AAD-00A2BA4145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92" t="29425" r="6011" b="29530"/>
          <a:stretch>
            <a:fillRect/>
          </a:stretch>
        </p:blipFill>
        <p:spPr>
          <a:xfrm>
            <a:off x="3462634" y="3881181"/>
            <a:ext cx="811751" cy="200537"/>
          </a:xfrm>
          <a:prstGeom prst="rect">
            <a:avLst/>
          </a:prstGeom>
        </p:spPr>
      </p:pic>
      <p:pic>
        <p:nvPicPr>
          <p:cNvPr id="665" name="图片 664">
            <a:extLst>
              <a:ext uri="{FF2B5EF4-FFF2-40B4-BE49-F238E27FC236}">
                <a16:creationId xmlns:a16="http://schemas.microsoft.com/office/drawing/2014/main" id="{39D68461-4B00-D2DC-6471-948203BA54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5458" y="4772025"/>
            <a:ext cx="716543" cy="238848"/>
          </a:xfrm>
          <a:prstGeom prst="rect">
            <a:avLst/>
          </a:prstGeom>
        </p:spPr>
      </p:pic>
      <p:pic>
        <p:nvPicPr>
          <p:cNvPr id="666" name="图片 665">
            <a:extLst>
              <a:ext uri="{FF2B5EF4-FFF2-40B4-BE49-F238E27FC236}">
                <a16:creationId xmlns:a16="http://schemas.microsoft.com/office/drawing/2014/main" id="{81AC989A-7931-B31C-E6ED-6677935B44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0302" y="8394412"/>
            <a:ext cx="1005750" cy="335250"/>
          </a:xfrm>
          <a:prstGeom prst="rect">
            <a:avLst/>
          </a:prstGeom>
        </p:spPr>
      </p:pic>
      <p:pic>
        <p:nvPicPr>
          <p:cNvPr id="667" name="图片 666">
            <a:extLst>
              <a:ext uri="{FF2B5EF4-FFF2-40B4-BE49-F238E27FC236}">
                <a16:creationId xmlns:a16="http://schemas.microsoft.com/office/drawing/2014/main" id="{9F752C86-5D87-5DC2-9B4C-222C75003D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2903" y="8818764"/>
            <a:ext cx="1374718" cy="458239"/>
          </a:xfrm>
          <a:prstGeom prst="rect">
            <a:avLst/>
          </a:prstGeom>
        </p:spPr>
      </p:pic>
      <p:pic>
        <p:nvPicPr>
          <p:cNvPr id="668" name="图片 667">
            <a:extLst>
              <a:ext uri="{FF2B5EF4-FFF2-40B4-BE49-F238E27FC236}">
                <a16:creationId xmlns:a16="http://schemas.microsoft.com/office/drawing/2014/main" id="{8FC77DBC-B185-B4A8-C14C-7F85FAA0F0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2026" y="3798854"/>
            <a:ext cx="1095574" cy="365191"/>
          </a:xfrm>
          <a:prstGeom prst="rect">
            <a:avLst/>
          </a:prstGeom>
        </p:spPr>
      </p:pic>
      <p:pic>
        <p:nvPicPr>
          <p:cNvPr id="669" name="图片 668">
            <a:extLst>
              <a:ext uri="{FF2B5EF4-FFF2-40B4-BE49-F238E27FC236}">
                <a16:creationId xmlns:a16="http://schemas.microsoft.com/office/drawing/2014/main" id="{FC416536-E1F4-FEE2-1661-A5E296A5073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8550" y="2805508"/>
            <a:ext cx="961237" cy="320412"/>
          </a:xfrm>
          <a:prstGeom prst="rect">
            <a:avLst/>
          </a:prstGeom>
        </p:spPr>
      </p:pic>
      <p:pic>
        <p:nvPicPr>
          <p:cNvPr id="670" name="图片 669">
            <a:extLst>
              <a:ext uri="{FF2B5EF4-FFF2-40B4-BE49-F238E27FC236}">
                <a16:creationId xmlns:a16="http://schemas.microsoft.com/office/drawing/2014/main" id="{4120970D-23EB-7A07-C741-F5F33BE981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48725" y="4295775"/>
            <a:ext cx="961237" cy="320412"/>
          </a:xfrm>
          <a:prstGeom prst="rect">
            <a:avLst/>
          </a:prstGeom>
        </p:spPr>
      </p:pic>
      <p:pic>
        <p:nvPicPr>
          <p:cNvPr id="671" name="图片 670">
            <a:extLst>
              <a:ext uri="{FF2B5EF4-FFF2-40B4-BE49-F238E27FC236}">
                <a16:creationId xmlns:a16="http://schemas.microsoft.com/office/drawing/2014/main" id="{AB876F2B-9603-0846-4F8E-24B4EF81C84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96856" y="6363094"/>
            <a:ext cx="961237" cy="320412"/>
          </a:xfrm>
          <a:prstGeom prst="rect">
            <a:avLst/>
          </a:prstGeom>
        </p:spPr>
      </p:pic>
      <p:sp>
        <p:nvSpPr>
          <p:cNvPr id="514" name="矩形 513">
            <a:extLst>
              <a:ext uri="{FF2B5EF4-FFF2-40B4-BE49-F238E27FC236}">
                <a16:creationId xmlns:a16="http://schemas.microsoft.com/office/drawing/2014/main" id="{CB70273F-BCE0-004A-AE45-8FD99B8A6F8C}"/>
              </a:ext>
            </a:extLst>
          </p:cNvPr>
          <p:cNvSpPr/>
          <p:nvPr/>
        </p:nvSpPr>
        <p:spPr>
          <a:xfrm>
            <a:off x="1627632" y="4495800"/>
            <a:ext cx="305943" cy="515110"/>
          </a:xfrm>
          <a:prstGeom prst="rect">
            <a:avLst/>
          </a:prstGeom>
          <a:ln w="7620">
            <a:solidFill>
              <a:srgbClr val="46424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6" name="43–47-176">
            <a:extLst>
              <a:ext uri="{FF2B5EF4-FFF2-40B4-BE49-F238E27FC236}">
                <a16:creationId xmlns:a16="http://schemas.microsoft.com/office/drawing/2014/main" id="{4FF74959-3B70-4894-9C67-C53071C8C7F8}"/>
              </a:ext>
            </a:extLst>
          </p:cNvPr>
          <p:cNvSpPr txBox="1">
            <a:spLocks noGrp="1"/>
          </p:cNvSpPr>
          <p:nvPr/>
        </p:nvSpPr>
        <p:spPr>
          <a:xfrm rot="5400000">
            <a:off x="1542479" y="4662297"/>
            <a:ext cx="4762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 i="0">
                <a:solidFill>
                  <a:srgbClr val="1B3A5C"/>
                </a:solidFill>
                <a:latin typeface="Arial"/>
                <a:ea typeface="Arial"/>
                <a:cs typeface="Arial"/>
              </a:defRPr>
            </a:pPr>
            <a:r>
              <a:rPr sz="1050" b="0" i="0" dirty="0">
                <a:solidFill>
                  <a:srgbClr val="1B3A5C"/>
                </a:solidFill>
                <a:latin typeface="Arial"/>
                <a:ea typeface="Arial"/>
                <a:cs typeface="Arial"/>
              </a:rPr>
              <a:t>43–47</a:t>
            </a:r>
          </a:p>
        </p:txBody>
      </p:sp>
      <p:sp>
        <p:nvSpPr>
          <p:cNvPr id="512" name="邮政东架-182-193">
            <a:extLst>
              <a:ext uri="{FF2B5EF4-FFF2-40B4-BE49-F238E27FC236}">
                <a16:creationId xmlns:a16="http://schemas.microsoft.com/office/drawing/2014/main" id="{AD771395-03B3-A6CF-1326-23A9CB35F933}"/>
              </a:ext>
            </a:extLst>
          </p:cNvPr>
          <p:cNvSpPr>
            <a:spLocks noGrp="1"/>
          </p:cNvSpPr>
          <p:nvPr/>
        </p:nvSpPr>
        <p:spPr>
          <a:xfrm rot="0">
            <a:off x="3390900" y="5286375"/>
            <a:ext cx="247650" cy="13335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515" name="邮政东架-182-193">
            <a:extLst>
              <a:ext uri="{FF2B5EF4-FFF2-40B4-BE49-F238E27FC236}">
                <a16:creationId xmlns:a16="http://schemas.microsoft.com/office/drawing/2014/main" id="{41DF8B76-40A2-52EB-D96C-26ACFAE0360C}"/>
              </a:ext>
            </a:extLst>
          </p:cNvPr>
          <p:cNvSpPr>
            <a:spLocks noGrp="1"/>
          </p:cNvSpPr>
          <p:nvPr/>
        </p:nvSpPr>
        <p:spPr>
          <a:xfrm rot="0">
            <a:off x="3638550" y="5286375"/>
            <a:ext cx="247650" cy="13335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146" name="邮政东架-182-193">
            <a:extLst>
              <a:ext uri="{FF2B5EF4-FFF2-40B4-BE49-F238E27FC236}">
                <a16:creationId xmlns:a16="http://schemas.microsoft.com/office/drawing/2014/main" id="{68E280CC-2DF3-784A-140D-A789B983C19E}"/>
              </a:ext>
            </a:extLst>
          </p:cNvPr>
          <p:cNvSpPr>
            <a:spLocks noGrp="1"/>
          </p:cNvSpPr>
          <p:nvPr/>
        </p:nvSpPr>
        <p:spPr>
          <a:xfrm rot="0">
            <a:off x="3886200" y="5286375"/>
            <a:ext cx="247650" cy="133350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331293FD-AA1A-4759-6B2E-3682F80A19FB}"/>
              </a:ext>
            </a:extLst>
          </p:cNvPr>
          <p:cNvSpPr txBox="1"/>
          <p:nvPr/>
        </p:nvSpPr>
        <p:spPr>
          <a:xfrm rot="0">
            <a:off x="5915025" y="5114925"/>
            <a:ext cx="952500" cy="342900"/>
          </a:xfrm>
          <a:prstGeom prst="rect">
            <a:avLst/>
          </a:prstGeom>
          <a:noFill/>
        </p:spPr>
        <p:txBody>
          <a:bodyPr wrap="none" rtlCol="0" lIns="0" rIns="0" tIns="0" bIns="0" anchor="ctr">
            <a:noAutofit/>
          </a:bodyPr>
          <a:lstStyle/>
          <a:p>
            <a:pPr algn="l">
              <a:defRPr sz="1800" b="1">
                <a:latin typeface="Arial"/>
                <a:ea typeface="Arial"/>
                <a:cs typeface="Arial"/>
              </a:defRPr>
            </a:pPr>
            <a:r>
              <a:rPr lang="en-US" altLang="zh-CN" sz="1800" dirty="0" b="1">
                <a:latin typeface="Arial"/>
                <a:ea typeface="Arial"/>
                <a:cs typeface="Arial"/>
              </a:rPr>
              <a:t>200-1</a:t>
            </a:r>
            <a:endParaRPr lang="zh-CN" altLang="en-US" sz="1800" dirty="0" b="1">
              <a:latin typeface="Arial"/>
              <a:ea typeface="Arial"/>
              <a:cs typeface="Arial"/>
            </a:endParaRPr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2F6D779C-18C5-8C68-C435-BECC1C5CF167}"/>
              </a:ext>
            </a:extLst>
          </p:cNvPr>
          <p:cNvSpPr txBox="1"/>
          <p:nvPr/>
        </p:nvSpPr>
        <p:spPr>
          <a:xfrm rot="0">
            <a:off x="9134475" y="5114925"/>
            <a:ext cx="581025" cy="342900"/>
          </a:xfrm>
          <a:prstGeom prst="rect">
            <a:avLst/>
          </a:prstGeom>
          <a:noFill/>
        </p:spPr>
        <p:txBody>
          <a:bodyPr wrap="none" rtlCol="0" lIns="0" rIns="0" tIns="0" bIns="0" anchor="ctr">
            <a:noAutofit/>
          </a:bodyPr>
          <a:lstStyle/>
          <a:p>
            <a:pPr algn="l">
              <a:defRPr sz="1800" b="1">
                <a:latin typeface="Arial"/>
                <a:ea typeface="Arial"/>
                <a:cs typeface="Arial"/>
              </a:defRPr>
            </a:pPr>
            <a:r>
              <a:rPr lang="en-US" altLang="zh-CN" sz="1800" dirty="0" b="1">
                <a:latin typeface="Arial"/>
                <a:ea typeface="Arial"/>
                <a:cs typeface="Arial"/>
              </a:rPr>
              <a:t>S6</a:t>
            </a:r>
            <a:endParaRPr lang="zh-CN" altLang="en-US" sz="1800" dirty="0" b="1">
              <a:latin typeface="Arial"/>
              <a:ea typeface="Arial"/>
              <a:cs typeface="Arial"/>
            </a:endParaRPr>
          </a:p>
        </p:txBody>
      </p:sp>
      <p:sp>
        <p:nvSpPr>
          <p:cNvPr id="150" name="邮政东架-181-195">
            <a:extLst>
              <a:ext uri="{FF2B5EF4-FFF2-40B4-BE49-F238E27FC236}">
                <a16:creationId xmlns:a16="http://schemas.microsoft.com/office/drawing/2014/main" id="{8D6A596A-187B-2322-11F8-2A5C48A63E63}"/>
              </a:ext>
            </a:extLst>
          </p:cNvPr>
          <p:cNvSpPr>
            <a:spLocks noGrp="1"/>
          </p:cNvSpPr>
          <p:nvPr/>
        </p:nvSpPr>
        <p:spPr>
          <a:xfrm rot="0">
            <a:off x="2847975" y="5114925"/>
            <a:ext cx="209550" cy="104775"/>
          </a:xfrm>
          <a:prstGeom prst="rect">
            <a:avLst/>
          </a:prstGeom>
          <a:solidFill>
            <a:srgbClr val="23B1E7"/>
          </a:solidFill>
          <a:ln w="6191">
            <a:solidFill>
              <a:srgbClr val="3D778E"/>
            </a:solidFill>
          </a:ln>
        </p:spPr>
      </p:sp>
      <p:sp>
        <p:nvSpPr>
          <p:cNvPr id="202" name="186-202">
            <a:extLst>
              <a:ext uri="{FF2B5EF4-FFF2-40B4-BE49-F238E27FC236}">
                <a16:creationId xmlns:a16="http://schemas.microsoft.com/office/drawing/2014/main" id="{D844C6E4-5B19-4BCD-B9C8-0BBAFE11B888}"/>
              </a:ext>
            </a:extLst>
          </p:cNvPr>
          <p:cNvSpPr txBox="1">
            <a:spLocks noGrp="1"/>
          </p:cNvSpPr>
          <p:nvPr/>
        </p:nvSpPr>
        <p:spPr>
          <a:xfrm rot="0">
            <a:off x="2847975" y="5114925"/>
            <a:ext cx="209550" cy="1047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38" b="0" i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sz="638" b="0" i="0" dirty="0">
                <a:solidFill>
                  <a:srgbClr val="315E7A"/>
                </a:solidFill>
                <a:latin typeface="Arial"/>
                <a:ea typeface="Arial"/>
                <a:cs typeface="Arial"/>
              </a:rPr>
              <a:t>18</a:t>
            </a:r>
            <a:r>
              <a:rPr lang="en-US" sz="638" b="0" i="0" dirty="0">
                <a:solidFill>
                  <a:srgbClr val="315E7A"/>
                </a:solidFill>
                <a:latin typeface="Arial"/>
                <a:ea typeface="Arial"/>
                <a:cs typeface="Arial"/>
              </a:rPr>
              <a:t>1</a:t>
            </a:r>
            <a:endParaRPr sz="638" b="0" i="0" dirty="0">
              <a:solidFill>
                <a:srgbClr val="315E7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DAD28A72-34FC-82B3-29E4-24F3BC21A769}"/>
              </a:ext>
            </a:extLst>
          </p:cNvPr>
          <p:cNvSpPr txBox="1"/>
          <p:nvPr/>
        </p:nvSpPr>
        <p:spPr>
          <a:xfrm rot="0">
            <a:off x="3057525" y="5114925"/>
            <a:ext cx="209550" cy="104775"/>
          </a:xfrm>
          <a:prstGeom prst="rect">
            <a:avLst/>
          </a:prstGeom>
          <a:noFill/>
        </p:spPr>
        <p:txBody>
          <a:bodyPr wrap="none" rtlCol="0" lIns="0" rIns="0" tIns="0" bIns="0" anchor="ctr">
            <a:noAutofit/>
          </a:bodyPr>
          <a:lstStyle/>
          <a:p>
            <a:pPr algn="ctr">
              <a:defRPr sz="638" b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638" dirty="0" b="0">
                <a:solidFill>
                  <a:srgbClr val="315E7A"/>
                </a:solidFill>
                <a:latin typeface="Arial"/>
                <a:ea typeface="Arial"/>
                <a:cs typeface="Arial"/>
              </a:rPr>
              <a:t>182</a:t>
            </a:r>
            <a:endParaRPr lang="zh-CN" altLang="en-US" sz="638" dirty="0" b="0">
              <a:solidFill>
                <a:srgbClr val="315E7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8A62A7EC-508C-7CD0-8A1B-6F5D6FE39856}"/>
              </a:ext>
            </a:extLst>
          </p:cNvPr>
          <p:cNvSpPr txBox="1"/>
          <p:nvPr/>
        </p:nvSpPr>
        <p:spPr>
          <a:xfrm rot="5400000">
            <a:off x="3148013" y="5233988"/>
            <a:ext cx="361950" cy="123825"/>
          </a:xfrm>
          <a:prstGeom prst="rect">
            <a:avLst/>
          </a:prstGeom>
          <a:noFill/>
        </p:spPr>
        <p:txBody>
          <a:bodyPr wrap="none" rtlCol="0" lIns="0" rIns="0" tIns="0" bIns="0" anchor="ctr">
            <a:noAutofit/>
          </a:bodyPr>
          <a:lstStyle/>
          <a:p>
            <a:pPr algn="ctr">
              <a:defRPr sz="638" b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638" dirty="0" b="0">
                <a:solidFill>
                  <a:srgbClr val="315E7A"/>
                </a:solidFill>
                <a:latin typeface="Arial"/>
                <a:ea typeface="Arial"/>
                <a:cs typeface="Arial"/>
              </a:rPr>
              <a:t>183</a:t>
            </a:r>
            <a:endParaRPr lang="zh-CN" altLang="en-US" sz="638" dirty="0" b="0">
              <a:solidFill>
                <a:srgbClr val="315E7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文本框 160">
            <a:extLst>
              <a:ext uri="{FF2B5EF4-FFF2-40B4-BE49-F238E27FC236}">
                <a16:creationId xmlns:a16="http://schemas.microsoft.com/office/drawing/2014/main" id="{720305A1-4A7A-89C5-74D0-18C12B63F00E}"/>
              </a:ext>
            </a:extLst>
          </p:cNvPr>
          <p:cNvSpPr txBox="1"/>
          <p:nvPr/>
        </p:nvSpPr>
        <p:spPr>
          <a:xfrm rot="5400000">
            <a:off x="3148013" y="5595938"/>
            <a:ext cx="361950" cy="123825"/>
          </a:xfrm>
          <a:prstGeom prst="rect">
            <a:avLst/>
          </a:prstGeom>
          <a:noFill/>
        </p:spPr>
        <p:txBody>
          <a:bodyPr wrap="none" rtlCol="0" lIns="0" rIns="0" tIns="0" bIns="0" anchor="ctr">
            <a:noAutofit/>
          </a:bodyPr>
          <a:lstStyle/>
          <a:p>
            <a:pPr algn="ctr">
              <a:defRPr sz="638" b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638" dirty="0" b="0">
                <a:solidFill>
                  <a:srgbClr val="315E7A"/>
                </a:solidFill>
                <a:latin typeface="Arial"/>
                <a:ea typeface="Arial"/>
                <a:cs typeface="Arial"/>
              </a:rPr>
              <a:t>184</a:t>
            </a:r>
            <a:endParaRPr lang="zh-CN" altLang="en-US" sz="638" dirty="0" b="0">
              <a:solidFill>
                <a:srgbClr val="315E7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179D7B63-A1E5-2377-43E4-86D0A990182D}"/>
              </a:ext>
            </a:extLst>
          </p:cNvPr>
          <p:cNvSpPr txBox="1"/>
          <p:nvPr/>
        </p:nvSpPr>
        <p:spPr>
          <a:xfrm rot="0">
            <a:off x="3038475" y="5838825"/>
            <a:ext cx="352425" cy="95250"/>
          </a:xfrm>
          <a:prstGeom prst="rect">
            <a:avLst/>
          </a:prstGeom>
          <a:noFill/>
        </p:spPr>
        <p:txBody>
          <a:bodyPr wrap="none" rtlCol="0" lIns="0" rIns="0" tIns="0" bIns="0" anchor="ctr">
            <a:noAutofit/>
          </a:bodyPr>
          <a:lstStyle/>
          <a:p>
            <a:pPr algn="ctr">
              <a:defRPr sz="638" b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638" dirty="0" b="0">
                <a:solidFill>
                  <a:srgbClr val="315E7A"/>
                </a:solidFill>
                <a:latin typeface="Arial"/>
                <a:ea typeface="Arial"/>
                <a:cs typeface="Arial"/>
              </a:rPr>
              <a:t>185</a:t>
            </a:r>
            <a:endParaRPr lang="zh-CN" altLang="en-US" sz="638" dirty="0" b="0">
              <a:solidFill>
                <a:srgbClr val="315E7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8AC0D1D9-0C9C-ACA9-62B1-5FAA6EC1580B}"/>
              </a:ext>
            </a:extLst>
          </p:cNvPr>
          <p:cNvSpPr txBox="1"/>
          <p:nvPr/>
        </p:nvSpPr>
        <p:spPr>
          <a:xfrm rot="0">
            <a:off x="4133850" y="5286375"/>
            <a:ext cx="247650" cy="133350"/>
          </a:xfrm>
          <a:prstGeom prst="rect">
            <a:avLst/>
          </a:prstGeom>
          <a:noFill/>
        </p:spPr>
        <p:txBody>
          <a:bodyPr wrap="none" rtlCol="0" lIns="0" rIns="0" tIns="0" bIns="0" anchor="ctr">
            <a:noAutofit/>
          </a:bodyPr>
          <a:lstStyle/>
          <a:p>
            <a:pPr algn="ctr">
              <a:defRPr sz="638" b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638" dirty="0" b="0">
                <a:solidFill>
                  <a:srgbClr val="315E7A"/>
                </a:solidFill>
                <a:latin typeface="Arial"/>
                <a:ea typeface="Arial"/>
                <a:cs typeface="Arial"/>
              </a:rPr>
              <a:t>68</a:t>
            </a:r>
            <a:endParaRPr lang="zh-CN" altLang="en-US" sz="638" dirty="0" b="0">
              <a:solidFill>
                <a:srgbClr val="315E7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文本框 164">
            <a:extLst>
              <a:ext uri="{FF2B5EF4-FFF2-40B4-BE49-F238E27FC236}">
                <a16:creationId xmlns:a16="http://schemas.microsoft.com/office/drawing/2014/main" id="{A2F8BC96-ADAB-0E3D-845F-6EC189F594DF}"/>
              </a:ext>
            </a:extLst>
          </p:cNvPr>
          <p:cNvSpPr txBox="1"/>
          <p:nvPr/>
        </p:nvSpPr>
        <p:spPr>
          <a:xfrm rot="0">
            <a:off x="3886200" y="5286375"/>
            <a:ext cx="247650" cy="133350"/>
          </a:xfrm>
          <a:prstGeom prst="rect">
            <a:avLst/>
          </a:prstGeom>
          <a:noFill/>
        </p:spPr>
        <p:txBody>
          <a:bodyPr wrap="none" rtlCol="0" lIns="0" rIns="0" tIns="0" bIns="0" anchor="ctr">
            <a:noAutofit/>
          </a:bodyPr>
          <a:lstStyle/>
          <a:p>
            <a:pPr algn="ctr">
              <a:defRPr sz="638" b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638" dirty="0" b="0">
                <a:solidFill>
                  <a:srgbClr val="315E7A"/>
                </a:solidFill>
                <a:latin typeface="Arial"/>
                <a:ea typeface="Arial"/>
                <a:cs typeface="Arial"/>
              </a:rPr>
              <a:t>69</a:t>
            </a:r>
            <a:endParaRPr lang="zh-CN" altLang="en-US" sz="638" dirty="0" b="0">
              <a:solidFill>
                <a:srgbClr val="315E7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1C8827FE-BC7B-1E08-F09D-C0B606E09044}"/>
              </a:ext>
            </a:extLst>
          </p:cNvPr>
          <p:cNvSpPr txBox="1"/>
          <p:nvPr/>
        </p:nvSpPr>
        <p:spPr>
          <a:xfrm rot="0">
            <a:off x="3638550" y="5286375"/>
            <a:ext cx="247650" cy="133350"/>
          </a:xfrm>
          <a:prstGeom prst="rect">
            <a:avLst/>
          </a:prstGeom>
          <a:noFill/>
        </p:spPr>
        <p:txBody>
          <a:bodyPr wrap="none" rtlCol="0" lIns="0" rIns="0" tIns="0" bIns="0" anchor="ctr">
            <a:noAutofit/>
          </a:bodyPr>
          <a:lstStyle/>
          <a:p>
            <a:pPr algn="ctr">
              <a:defRPr sz="638" b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638" dirty="0" b="0">
                <a:solidFill>
                  <a:srgbClr val="315E7A"/>
                </a:solidFill>
                <a:latin typeface="Arial"/>
                <a:ea typeface="Arial"/>
                <a:cs typeface="Arial"/>
              </a:rPr>
              <a:t>70</a:t>
            </a:r>
            <a:endParaRPr lang="zh-CN" altLang="en-US" sz="638" dirty="0" b="0">
              <a:solidFill>
                <a:srgbClr val="315E7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文本框 167">
            <a:extLst>
              <a:ext uri="{FF2B5EF4-FFF2-40B4-BE49-F238E27FC236}">
                <a16:creationId xmlns:a16="http://schemas.microsoft.com/office/drawing/2014/main" id="{87AA042B-CE9A-8CEB-37F1-C5F71B147991}"/>
              </a:ext>
            </a:extLst>
          </p:cNvPr>
          <p:cNvSpPr txBox="1"/>
          <p:nvPr/>
        </p:nvSpPr>
        <p:spPr>
          <a:xfrm rot="0">
            <a:off x="3390900" y="5286375"/>
            <a:ext cx="247650" cy="133350"/>
          </a:xfrm>
          <a:prstGeom prst="rect">
            <a:avLst/>
          </a:prstGeom>
          <a:noFill/>
        </p:spPr>
        <p:txBody>
          <a:bodyPr wrap="none" rtlCol="0" lIns="0" rIns="0" tIns="0" bIns="0" anchor="ctr">
            <a:noAutofit/>
          </a:bodyPr>
          <a:lstStyle/>
          <a:p>
            <a:pPr algn="ctr">
              <a:defRPr sz="638" b="0">
                <a:solidFill>
                  <a:srgbClr val="315E7A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638" dirty="0" b="0">
                <a:solidFill>
                  <a:srgbClr val="315E7A"/>
                </a:solidFill>
                <a:latin typeface="Arial"/>
                <a:ea typeface="Arial"/>
                <a:cs typeface="Arial"/>
              </a:rPr>
              <a:t>71</a:t>
            </a:r>
            <a:endParaRPr lang="zh-CN" altLang="en-US" sz="638" dirty="0" b="0">
              <a:solidFill>
                <a:srgbClr val="315E7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032911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700D6208B7922364806E26CB9A8EFDFA4C67AE5E33A3043BEF526AF5933A078A" val="[{&quot;GradientColorId&quot;:&quot;&quot;,&quot;IsFree&quot;:true,&quot;IsGradient&quot;:false,&quot;ImagePath&quot;:&quot;&quot;,&quot;GradientColor&quot;:null,&quot;SimpleColor&quot;:&quot;#FFFFFF&quot;},{&quot;GradientColorId&quot;:&quot;&quot;,&quot;IsFree&quot;:true,&quot;IsGradient&quot;:false,&quot;ImagePath&quot;:&quot;&quot;,&quot;GradientColor&quot;:null,&quot;SimpleColor&quot;:&quot;#F2F2F2&quot;}]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358</Words>
  <Application>Microsoft Office PowerPoint</Application>
  <DocSecurity>0</DocSecurity>
  <PresentationFormat>自定义</PresentationFormat>
  <Paragraphs>258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Heiti TC</vt:lpstr>
      <vt:lpstr>Songti SC</vt:lpstr>
      <vt:lpstr>黑体</vt:lpstr>
      <vt:lpstr>Arial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昱珂 刘</cp:lastModifiedBy>
  <cp:revision>11</cp:revision>
  <dcterms:created xsi:type="dcterms:W3CDTF">2026-09-05T08:36:05Z</dcterms:created>
  <dcterms:modified xsi:type="dcterms:W3CDTF">2026-09-05T13:20:26Z</dcterms:modified>
</cp:coreProperties>
</file>